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2"/>
    <p:sldMasterId id="2147483661" r:id="rId3"/>
    <p:sldMasterId id="2147483675" r:id="rId4"/>
  </p:sldMasterIdLst>
  <p:notesMasterIdLst>
    <p:notesMasterId r:id="rId11"/>
  </p:notesMasterIdLst>
  <p:sldIdLst>
    <p:sldId id="256" r:id="rId5"/>
    <p:sldId id="265" r:id="rId6"/>
    <p:sldId id="2147475081" r:id="rId7"/>
    <p:sldId id="2147475082" r:id="rId8"/>
    <p:sldId id="259" r:id="rId9"/>
    <p:sldId id="2147475062" r:id="rId10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FFFF"/>
    <a:srgbClr val="7F7F7F"/>
    <a:srgbClr val="BFBFBF"/>
    <a:srgbClr val="D8D7DC"/>
    <a:srgbClr val="F2F2F2"/>
    <a:srgbClr val="DDDDDD"/>
    <a:srgbClr val="FFCCCC"/>
    <a:srgbClr val="FBBA4E"/>
    <a:srgbClr val="F9E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89" autoAdjust="0"/>
    <p:restoredTop sz="94954" autoAdjust="0"/>
  </p:normalViewPr>
  <p:slideViewPr>
    <p:cSldViewPr>
      <p:cViewPr varScale="1">
        <p:scale>
          <a:sx n="50" d="100"/>
          <a:sy n="50" d="100"/>
        </p:scale>
        <p:origin x="984" y="2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2238" y="882650"/>
            <a:ext cx="7747001" cy="43576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zh-TW" sz="4400" b="0" strike="noStrike" spc="-1">
                <a:latin typeface="Arial"/>
              </a:rPr>
              <a:t>請按這裡移動投影片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750400" y="5520245"/>
            <a:ext cx="6002843" cy="52295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56379" cy="5807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130" name="PlaceHolder 4"/>
          <p:cNvSpPr>
            <a:spLocks noGrp="1"/>
          </p:cNvSpPr>
          <p:nvPr>
            <p:ph type="dt"/>
          </p:nvPr>
        </p:nvSpPr>
        <p:spPr>
          <a:xfrm>
            <a:off x="4247264" y="0"/>
            <a:ext cx="3256379" cy="5807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131" name="PlaceHolder 5"/>
          <p:cNvSpPr>
            <a:spLocks noGrp="1"/>
          </p:cNvSpPr>
          <p:nvPr>
            <p:ph type="ftr"/>
          </p:nvPr>
        </p:nvSpPr>
        <p:spPr>
          <a:xfrm>
            <a:off x="0" y="11040883"/>
            <a:ext cx="3256379" cy="5807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132" name="PlaceHolder 6"/>
          <p:cNvSpPr>
            <a:spLocks noGrp="1"/>
          </p:cNvSpPr>
          <p:nvPr>
            <p:ph type="sldNum"/>
          </p:nvPr>
        </p:nvSpPr>
        <p:spPr>
          <a:xfrm>
            <a:off x="4247264" y="11040883"/>
            <a:ext cx="3256379" cy="5807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7A185630-7B5F-4A1F-8AB7-A24AE52D08F5}" type="slidenum">
              <a:rPr lang="en-US" sz="1400" b="0" strike="noStrike" spc="-1">
                <a:latin typeface="Times New Roman"/>
              </a:rPr>
              <a:pPr algn="r">
                <a:buNone/>
              </a:p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426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>
              <a:buNone/>
            </a:pPr>
            <a:fld id="{7A185630-7B5F-4A1F-8AB7-A24AE52D08F5}" type="slidenum">
              <a:rPr lang="en-US" sz="1400" b="0" strike="noStrike" spc="-1" smtClean="0">
                <a:latin typeface="Times New Roman"/>
              </a:rPr>
              <a:pPr algn="r">
                <a:buNone/>
              </a:p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1160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buNone/>
            </a:pPr>
            <a:fld id="{7A185630-7B5F-4A1F-8AB7-A24AE52D08F5}" type="slidenum">
              <a:rPr lang="en-US" sz="1400" b="0" strike="noStrike" spc="-1" smtClean="0">
                <a:latin typeface="Times New Roman"/>
              </a:rPr>
              <a:pPr algn="r">
                <a:buNone/>
              </a:pPr>
              <a:t>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2613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E8270-56AB-6584-BA26-3E5DDD52B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3DF3858-72E8-2B1F-DA88-ED525ED05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CEFC23-394B-4C2D-BCA3-B6EE21654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6D0694-52C8-4741-844E-D72136FCF4D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buNone/>
            </a:pPr>
            <a:fld id="{7A185630-7B5F-4A1F-8AB7-A24AE52D08F5}" type="slidenum">
              <a:rPr lang="en-US" sz="1400" b="0" strike="noStrike" spc="-1" smtClean="0">
                <a:latin typeface="Times New Roman"/>
              </a:rPr>
              <a:pPr algn="r">
                <a:buNone/>
              </a:p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0261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>
              <a:buNone/>
            </a:pPr>
            <a:fld id="{7A185630-7B5F-4A1F-8AB7-A24AE52D08F5}" type="slidenum">
              <a:rPr lang="en-US" sz="1400" b="0" strike="noStrike" spc="-1" smtClean="0">
                <a:latin typeface="Times New Roman"/>
              </a:rPr>
              <a:pPr algn="r">
                <a:buNone/>
              </a:p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1816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EF3D-0DEC-DD79-50EF-34AEE8075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3789040"/>
            <a:ext cx="8712968" cy="13255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Noto Sans TC" panose="020B0200000000000000" pitchFamily="34" charset="-128"/>
                <a:ea typeface="Noto Sans TC" panose="020B0200000000000000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49151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9">
            <a:extLst>
              <a:ext uri="{FF2B5EF4-FFF2-40B4-BE49-F238E27FC236}">
                <a16:creationId xmlns:a16="http://schemas.microsoft.com/office/drawing/2014/main" id="{EB608347-4AA4-359E-2BB2-05D5F694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4000"/>
            <a:ext cx="1044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latin typeface="Noto Sans TC" panose="020B0200000000000000" pitchFamily="34" charset="-128"/>
                <a:ea typeface="Noto Sans TC" panose="020B02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641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 副本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群組 24"/>
          <p:cNvGrpSpPr/>
          <p:nvPr/>
        </p:nvGrpSpPr>
        <p:grpSpPr>
          <a:xfrm>
            <a:off x="-5" y="190500"/>
            <a:ext cx="12192001" cy="6667848"/>
            <a:chOff x="0" y="0"/>
            <a:chExt cx="12192000" cy="6667847"/>
          </a:xfrm>
        </p:grpSpPr>
        <p:grpSp>
          <p:nvGrpSpPr>
            <p:cNvPr id="100" name="组合 3"/>
            <p:cNvGrpSpPr/>
            <p:nvPr/>
          </p:nvGrpSpPr>
          <p:grpSpPr>
            <a:xfrm>
              <a:off x="-1" y="6362607"/>
              <a:ext cx="12192001" cy="305241"/>
              <a:chOff x="0" y="0"/>
              <a:chExt cx="12192000" cy="305240"/>
            </a:xfrm>
          </p:grpSpPr>
          <p:sp>
            <p:nvSpPr>
              <p:cNvPr id="97" name="矩形 29"/>
              <p:cNvSpPr/>
              <p:nvPr/>
            </p:nvSpPr>
            <p:spPr>
              <a:xfrm>
                <a:off x="-1" y="78811"/>
                <a:ext cx="11396668" cy="225786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8" name="矩形 30"/>
              <p:cNvSpPr/>
              <p:nvPr/>
            </p:nvSpPr>
            <p:spPr>
              <a:xfrm>
                <a:off x="3" y="252506"/>
                <a:ext cx="11396664" cy="52734"/>
              </a:xfrm>
              <a:prstGeom prst="rect">
                <a:avLst/>
              </a:prstGeom>
              <a:solidFill>
                <a:srgbClr val="ADB9C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pic>
            <p:nvPicPr>
              <p:cNvPr id="99" name="Picture 7" descr="Picture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396667" y="-1"/>
                <a:ext cx="795334" cy="2861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03" name="组合 8"/>
            <p:cNvGrpSpPr/>
            <p:nvPr/>
          </p:nvGrpSpPr>
          <p:grpSpPr>
            <a:xfrm>
              <a:off x="3" y="0"/>
              <a:ext cx="631826" cy="558801"/>
              <a:chOff x="0" y="0"/>
              <a:chExt cx="631825" cy="558800"/>
            </a:xfrm>
          </p:grpSpPr>
          <p:sp>
            <p:nvSpPr>
              <p:cNvPr id="101" name="矩形 27"/>
              <p:cNvSpPr/>
              <p:nvPr/>
            </p:nvSpPr>
            <p:spPr>
              <a:xfrm>
                <a:off x="-1" y="0"/>
                <a:ext cx="533401" cy="5588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2" name="矩形 28"/>
              <p:cNvSpPr/>
              <p:nvPr/>
            </p:nvSpPr>
            <p:spPr>
              <a:xfrm>
                <a:off x="574675" y="0"/>
                <a:ext cx="57150" cy="5588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106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Right Triangle 6">
            <a:extLst>
              <a:ext uri="{FF2B5EF4-FFF2-40B4-BE49-F238E27FC236}">
                <a16:creationId xmlns:a16="http://schemas.microsoft.com/office/drawing/2014/main" id="{2B6E32F6-2C87-7625-9988-A16C08708CB5}"/>
              </a:ext>
            </a:extLst>
          </p:cNvPr>
          <p:cNvSpPr/>
          <p:nvPr/>
        </p:nvSpPr>
        <p:spPr>
          <a:xfrm rot="10800000">
            <a:off x="7049567" y="175217"/>
            <a:ext cx="414585" cy="65433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Noto Sans TC" panose="020B0200000000000000" pitchFamily="34" charset="-128"/>
              <a:ea typeface="Noto Sans TC" panose="020B0200000000000000" pitchFamily="34" charset="-128"/>
            </a:endParaRPr>
          </a:p>
        </p:txBody>
      </p:sp>
      <p:sp>
        <p:nvSpPr>
          <p:cNvPr id="5" name="大標題文字">
            <a:extLst>
              <a:ext uri="{FF2B5EF4-FFF2-40B4-BE49-F238E27FC236}">
                <a16:creationId xmlns:a16="http://schemas.microsoft.com/office/drawing/2014/main" id="{49F3EB1D-3EAC-3039-A0A7-E2D7E61D1F4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55842" y="143599"/>
            <a:ext cx="10972801" cy="726442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3B0C0C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Carlito"/>
              </a:defRPr>
            </a:lvl1pPr>
          </a:lstStyle>
          <a:p>
            <a:r>
              <a:rPr lang="zh-TW" altLang="en-US" dirty="0"/>
              <a:t>大標題文字</a:t>
            </a:r>
          </a:p>
        </p:txBody>
      </p:sp>
    </p:spTree>
    <p:extLst>
      <p:ext uri="{BB962C8B-B14F-4D97-AF65-F5344CB8AC3E}">
        <p14:creationId xmlns:p14="http://schemas.microsoft.com/office/powerpoint/2010/main" val="394519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9">
            <a:extLst>
              <a:ext uri="{FF2B5EF4-FFF2-40B4-BE49-F238E27FC236}">
                <a16:creationId xmlns:a16="http://schemas.microsoft.com/office/drawing/2014/main" id="{24B25734-2AFF-520D-71BE-BA6C4979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4000"/>
            <a:ext cx="1044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 b="1">
                <a:latin typeface="Noto Sans TC" panose="020B0200000000000000" pitchFamily="34" charset="-128"/>
                <a:ea typeface="Noto Sans TC" panose="020B02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75E321-DDCB-E95D-67FD-37BC26FB2224}"/>
              </a:ext>
            </a:extLst>
          </p:cNvPr>
          <p:cNvGrpSpPr/>
          <p:nvPr userDrawn="1"/>
        </p:nvGrpSpPr>
        <p:grpSpPr>
          <a:xfrm>
            <a:off x="720000" y="4725144"/>
            <a:ext cx="6672200" cy="1474469"/>
            <a:chOff x="4655840" y="4931418"/>
            <a:chExt cx="6672200" cy="14744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9E7FD4-F7BC-F1F3-D8C4-DC93E0B13A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85" t="4718" r="4891" b="4157"/>
            <a:stretch>
              <a:fillRect/>
            </a:stretch>
          </p:blipFill>
          <p:spPr>
            <a:xfrm>
              <a:off x="9984432" y="5013176"/>
              <a:ext cx="1343608" cy="134360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E9D90B-D0EA-3529-2C19-B4166EA7B243}"/>
                </a:ext>
              </a:extLst>
            </p:cNvPr>
            <p:cNvGrpSpPr/>
            <p:nvPr userDrawn="1"/>
          </p:nvGrpSpPr>
          <p:grpSpPr>
            <a:xfrm>
              <a:off x="4655840" y="5000904"/>
              <a:ext cx="1368152" cy="1368152"/>
              <a:chOff x="4655840" y="5000904"/>
              <a:chExt cx="1368152" cy="1368152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A6ED3F5-B544-7684-A901-CD20726549F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56" t="8756" r="8062" b="8064"/>
              <a:stretch>
                <a:fillRect/>
              </a:stretch>
            </p:blipFill>
            <p:spPr>
              <a:xfrm>
                <a:off x="4655840" y="5000904"/>
                <a:ext cx="1368152" cy="1368152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5ABDEA1-8708-DBF7-A0ED-38A3B2A5FACE}"/>
                  </a:ext>
                </a:extLst>
              </p:cNvPr>
              <p:cNvSpPr/>
              <p:nvPr userDrawn="1"/>
            </p:nvSpPr>
            <p:spPr>
              <a:xfrm>
                <a:off x="5191399" y="5508197"/>
                <a:ext cx="297034" cy="3535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dirty="0"/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E6C82DA-1D8F-9B0F-95C6-ED566EE671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72817" y="5579292"/>
                <a:ext cx="334197" cy="211373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9CBC94A-EB6E-8062-3D7D-36C2DBE4E533}"/>
                </a:ext>
              </a:extLst>
            </p:cNvPr>
            <p:cNvGrpSpPr/>
            <p:nvPr userDrawn="1"/>
          </p:nvGrpSpPr>
          <p:grpSpPr>
            <a:xfrm>
              <a:off x="6438428" y="4931418"/>
              <a:ext cx="1474469" cy="1474469"/>
              <a:chOff x="6438428" y="4931418"/>
              <a:chExt cx="1474469" cy="147446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42807368-F325-C48D-78E9-D790C5C4704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38428" y="4931418"/>
                <a:ext cx="1474469" cy="1474469"/>
              </a:xfrm>
              <a:prstGeom prst="rect">
                <a:avLst/>
              </a:prstGeom>
            </p:spPr>
          </p:pic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88B4734F-9F4F-8E06-7732-6773E84B73A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5642" y="5490532"/>
                <a:ext cx="360040" cy="3600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363BAC7-6639-4E09-54D7-E22992338D5F}"/>
                </a:ext>
              </a:extLst>
            </p:cNvPr>
            <p:cNvGrpSpPr/>
            <p:nvPr userDrawn="1"/>
          </p:nvGrpSpPr>
          <p:grpSpPr>
            <a:xfrm>
              <a:off x="8211430" y="4931418"/>
              <a:ext cx="1474469" cy="1474469"/>
              <a:chOff x="8211430" y="4931418"/>
              <a:chExt cx="1474469" cy="1474469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BE0933E-079C-4B22-5737-570CE67E6B8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11430" y="4931418"/>
                <a:ext cx="1474469" cy="1474469"/>
              </a:xfrm>
              <a:prstGeom prst="rect">
                <a:avLst/>
              </a:prstGeom>
            </p:spPr>
          </p:pic>
          <p:pic>
            <p:nvPicPr>
              <p:cNvPr id="1030" name="Picture 6" descr="facebook logo png, facebook icon transparent png 18930698 PNG">
                <a:extLst>
                  <a:ext uri="{FF2B5EF4-FFF2-40B4-BE49-F238E27FC236}">
                    <a16:creationId xmlns:a16="http://schemas.microsoft.com/office/drawing/2014/main" id="{0042C50C-100C-1EC7-D8EE-8388451774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978" t="19531" r="19101" b="19581"/>
              <a:stretch>
                <a:fillRect/>
              </a:stretch>
            </p:blipFill>
            <p:spPr bwMode="auto">
              <a:xfrm>
                <a:off x="8768664" y="5490572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73444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6"/>
          <p:cNvSpPr/>
          <p:nvPr/>
        </p:nvSpPr>
        <p:spPr>
          <a:xfrm>
            <a:off x="1260000" y="-1097640"/>
            <a:ext cx="300672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6" name="矩形 7"/>
          <p:cNvSpPr/>
          <p:nvPr/>
        </p:nvSpPr>
        <p:spPr>
          <a:xfrm>
            <a:off x="4666680" y="-1097640"/>
            <a:ext cx="300672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" name="矩形 8"/>
          <p:cNvSpPr/>
          <p:nvPr/>
        </p:nvSpPr>
        <p:spPr>
          <a:xfrm>
            <a:off x="8073360" y="-1097640"/>
            <a:ext cx="300672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3" name="矩形 9"/>
          <p:cNvSpPr/>
          <p:nvPr/>
        </p:nvSpPr>
        <p:spPr>
          <a:xfrm>
            <a:off x="11480400" y="-1097640"/>
            <a:ext cx="300672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grpSp>
        <p:nvGrpSpPr>
          <p:cNvPr id="4" name="组合 10"/>
          <p:cNvGrpSpPr/>
          <p:nvPr/>
        </p:nvGrpSpPr>
        <p:grpSpPr>
          <a:xfrm>
            <a:off x="-787320" y="-3849480"/>
            <a:ext cx="16949880" cy="8440920"/>
            <a:chOff x="-787320" y="-3849480"/>
            <a:chExt cx="16949880" cy="8440920"/>
          </a:xfrm>
        </p:grpSpPr>
        <p:sp>
          <p:nvSpPr>
            <p:cNvPr id="5" name="任意多边形: 形状 11"/>
            <p:cNvSpPr/>
            <p:nvPr/>
          </p:nvSpPr>
          <p:spPr>
            <a:xfrm rot="21348600">
              <a:off x="194040" y="-3179880"/>
              <a:ext cx="15725880" cy="7206840"/>
            </a:xfrm>
            <a:custGeom>
              <a:avLst/>
              <a:gdLst/>
              <a:ahLst/>
              <a:cxnLst/>
              <a:rect l="l" t="t" r="r" b="b"/>
              <a:pathLst>
                <a:path w="15726444" h="7937371">
                  <a:moveTo>
                    <a:pt x="1569412" y="4830512"/>
                  </a:moveTo>
                  <a:cubicBezTo>
                    <a:pt x="2486987" y="5960812"/>
                    <a:pt x="3061662" y="7849937"/>
                    <a:pt x="5512762" y="7935662"/>
                  </a:cubicBezTo>
                  <a:cubicBezTo>
                    <a:pt x="7963862" y="8021387"/>
                    <a:pt x="13129587" y="4859087"/>
                    <a:pt x="14675812" y="3973262"/>
                  </a:cubicBezTo>
                  <a:cubicBezTo>
                    <a:pt x="16222037" y="3087437"/>
                    <a:pt x="15888662" y="2515937"/>
                    <a:pt x="14790112" y="2620712"/>
                  </a:cubicBezTo>
                  <a:cubicBezTo>
                    <a:pt x="13691562" y="2725487"/>
                    <a:pt x="9767262" y="4786062"/>
                    <a:pt x="8084512" y="4601912"/>
                  </a:cubicBezTo>
                  <a:cubicBezTo>
                    <a:pt x="6401762" y="4417762"/>
                    <a:pt x="5690562" y="2280987"/>
                    <a:pt x="4693612" y="1515812"/>
                  </a:cubicBezTo>
                  <a:cubicBezTo>
                    <a:pt x="3696662" y="750637"/>
                    <a:pt x="2798137" y="96587"/>
                    <a:pt x="2102812" y="10862"/>
                  </a:cubicBezTo>
                  <a:cubicBezTo>
                    <a:pt x="1407487" y="-74863"/>
                    <a:pt x="96212" y="350587"/>
                    <a:pt x="7312" y="1153862"/>
                  </a:cubicBezTo>
                  <a:cubicBezTo>
                    <a:pt x="-81588" y="1957137"/>
                    <a:pt x="651837" y="3700212"/>
                    <a:pt x="1569412" y="48305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x-none"/>
            </a:p>
          </p:txBody>
        </p:sp>
        <p:sp>
          <p:nvSpPr>
            <p:cNvPr id="6" name="任意多边形: 形状 12"/>
            <p:cNvSpPr/>
            <p:nvPr/>
          </p:nvSpPr>
          <p:spPr>
            <a:xfrm rot="21348600">
              <a:off x="-547560" y="-3283920"/>
              <a:ext cx="15735960" cy="7137720"/>
            </a:xfrm>
            <a:custGeom>
              <a:avLst/>
              <a:gdLst/>
              <a:ahLst/>
              <a:cxnLst/>
              <a:rect l="l" t="t" r="r" b="b"/>
              <a:pathLst>
                <a:path w="15736794" h="7861206">
                  <a:moveTo>
                    <a:pt x="1568602" y="4830512"/>
                  </a:moveTo>
                  <a:cubicBezTo>
                    <a:pt x="2381402" y="6252912"/>
                    <a:pt x="2889402" y="7773737"/>
                    <a:pt x="5340502" y="7859462"/>
                  </a:cubicBezTo>
                  <a:cubicBezTo>
                    <a:pt x="7791602" y="7945187"/>
                    <a:pt x="13100202" y="4846387"/>
                    <a:pt x="14675002" y="3973262"/>
                  </a:cubicBezTo>
                  <a:cubicBezTo>
                    <a:pt x="16249802" y="3100137"/>
                    <a:pt x="15887852" y="2515937"/>
                    <a:pt x="14789302" y="2620712"/>
                  </a:cubicBezTo>
                  <a:cubicBezTo>
                    <a:pt x="13690752" y="2725487"/>
                    <a:pt x="9766452" y="4786062"/>
                    <a:pt x="8083702" y="4601912"/>
                  </a:cubicBezTo>
                  <a:cubicBezTo>
                    <a:pt x="6400952" y="4417762"/>
                    <a:pt x="5689752" y="2280987"/>
                    <a:pt x="4692802" y="1515812"/>
                  </a:cubicBezTo>
                  <a:cubicBezTo>
                    <a:pt x="3695852" y="750637"/>
                    <a:pt x="2797327" y="96587"/>
                    <a:pt x="2102002" y="10862"/>
                  </a:cubicBezTo>
                  <a:cubicBezTo>
                    <a:pt x="1406677" y="-74863"/>
                    <a:pt x="95402" y="350587"/>
                    <a:pt x="6502" y="1153862"/>
                  </a:cubicBezTo>
                  <a:cubicBezTo>
                    <a:pt x="-82398" y="1957137"/>
                    <a:pt x="755802" y="3408112"/>
                    <a:pt x="1568602" y="4830512"/>
                  </a:cubicBezTo>
                  <a:close/>
                </a:path>
              </a:pathLst>
            </a:custGeom>
            <a:blipFill rotWithShape="0">
              <a:blip r:embed="rId3" cstate="print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组合 13"/>
          <p:cNvGrpSpPr/>
          <p:nvPr/>
        </p:nvGrpSpPr>
        <p:grpSpPr>
          <a:xfrm>
            <a:off x="3270960" y="-1600920"/>
            <a:ext cx="9105840" cy="3459600"/>
            <a:chOff x="3270960" y="-1600920"/>
            <a:chExt cx="9105840" cy="3459600"/>
          </a:xfrm>
        </p:grpSpPr>
        <p:sp>
          <p:nvSpPr>
            <p:cNvPr id="8" name="任意多边形: 形状 14"/>
            <p:cNvSpPr/>
            <p:nvPr/>
          </p:nvSpPr>
          <p:spPr>
            <a:xfrm>
              <a:off x="3270960" y="-1505880"/>
              <a:ext cx="8516160" cy="3364560"/>
            </a:xfrm>
            <a:custGeom>
              <a:avLst/>
              <a:gdLst/>
              <a:ahLst/>
              <a:cxnLst/>
              <a:rect l="l" t="t" r="r" b="b"/>
              <a:pathLst>
                <a:path w="9782950" h="3865652">
                  <a:moveTo>
                    <a:pt x="933450" y="24188"/>
                  </a:moveTo>
                  <a:lnTo>
                    <a:pt x="9782950" y="24188"/>
                  </a:lnTo>
                  <a:lnTo>
                    <a:pt x="9782950" y="2368985"/>
                  </a:lnTo>
                  <a:lnTo>
                    <a:pt x="9660042" y="2415839"/>
                  </a:lnTo>
                  <a:cubicBezTo>
                    <a:pt x="8030811" y="3046237"/>
                    <a:pt x="5814438" y="3980617"/>
                    <a:pt x="4657547" y="3854014"/>
                  </a:cubicBezTo>
                  <a:cubicBezTo>
                    <a:pt x="2974798" y="3669864"/>
                    <a:pt x="1901647" y="1647389"/>
                    <a:pt x="904697" y="882214"/>
                  </a:cubicBezTo>
                  <a:lnTo>
                    <a:pt x="0" y="0"/>
                  </a:lnTo>
                  <a:lnTo>
                    <a:pt x="933450" y="241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x-none" dirty="0"/>
            </a:p>
          </p:txBody>
        </p:sp>
        <p:sp>
          <p:nvSpPr>
            <p:cNvPr id="9" name="任意多边形: 形状 15"/>
            <p:cNvSpPr/>
            <p:nvPr/>
          </p:nvSpPr>
          <p:spPr>
            <a:xfrm>
              <a:off x="4673160" y="-1600920"/>
              <a:ext cx="7703640" cy="3343680"/>
            </a:xfrm>
            <a:custGeom>
              <a:avLst/>
              <a:gdLst/>
              <a:ahLst/>
              <a:cxnLst/>
              <a:rect l="l" t="t" r="r" b="b"/>
              <a:pathLst>
                <a:path w="8849500" h="3841464">
                  <a:moveTo>
                    <a:pt x="0" y="0"/>
                  </a:moveTo>
                  <a:lnTo>
                    <a:pt x="8849500" y="0"/>
                  </a:lnTo>
                  <a:lnTo>
                    <a:pt x="8849500" y="2344797"/>
                  </a:lnTo>
                  <a:lnTo>
                    <a:pt x="8726592" y="2391651"/>
                  </a:lnTo>
                  <a:cubicBezTo>
                    <a:pt x="7097361" y="3022049"/>
                    <a:pt x="4880988" y="3956429"/>
                    <a:pt x="3724097" y="3829826"/>
                  </a:cubicBezTo>
                  <a:cubicBezTo>
                    <a:pt x="2041348" y="3645676"/>
                    <a:pt x="1330147" y="1508901"/>
                    <a:pt x="333197" y="743726"/>
                  </a:cubicBezTo>
                  <a:lnTo>
                    <a:pt x="0" y="490162"/>
                  </a:lnTo>
                  <a:close/>
                </a:path>
              </a:pathLst>
            </a:custGeom>
            <a:solidFill>
              <a:srgbClr val="405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zh-TW" sz="4400" b="0" strike="noStrike" spc="-1">
                <a:latin typeface="Arial"/>
              </a:rPr>
              <a:t>請按這裡編輯題名文字格式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>
                <a:latin typeface="Arial"/>
              </a:rPr>
              <a:t>請按這裡編輯大綱文字格式</a:t>
            </a:r>
            <a:endParaRPr lang="en-US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800" b="0" strike="noStrike" spc="-1">
                <a:latin typeface="Arial"/>
              </a:rPr>
              <a:t>第二個大綱層次</a:t>
            </a:r>
            <a:endParaRPr lang="en-US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400" b="0" strike="noStrike" spc="-1">
                <a:latin typeface="Arial"/>
              </a:rPr>
              <a:t>第三個大綱層次</a:t>
            </a:r>
            <a:endParaRPr lang="en-US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latin typeface="Arial"/>
              </a:rPr>
              <a:t>第四個大綱層次</a:t>
            </a:r>
            <a:endParaRPr lang="en-US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latin typeface="Arial"/>
              </a:rPr>
              <a:t>第五個大綱層次</a:t>
            </a:r>
            <a:endParaRPr lang="en-US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latin typeface="Arial"/>
              </a:rPr>
              <a:t>第六個大綱層次</a:t>
            </a:r>
            <a:endParaRPr lang="en-US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latin typeface="Arial"/>
              </a:rPr>
              <a:t>第七個大綱層次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8B95F8-C405-99A2-9659-7B78E7EAE0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000" y="6420298"/>
            <a:ext cx="610079" cy="3858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>
        <a:defRPr>
          <a:latin typeface="Noto Sans TC" panose="020B0200000000000000" pitchFamily="34" charset="-128"/>
          <a:ea typeface="Noto Sans TC" panose="020B0200000000000000" pitchFamily="34" charset="-128"/>
        </a:defRPr>
      </a:lvl1pPr>
    </p:titleStyle>
    <p:bodyStyle>
      <a:lvl1pPr>
        <a:defRPr>
          <a:latin typeface="Noto Sans TC" panose="020B0200000000000000" pitchFamily="34" charset="-128"/>
          <a:ea typeface="Noto Sans TC" panose="020B0200000000000000" pitchFamily="34" charset="-128"/>
        </a:defRPr>
      </a:lvl1pPr>
      <a:lvl2pPr>
        <a:defRPr>
          <a:latin typeface="Noto Sans TC" panose="020B0200000000000000" pitchFamily="34" charset="-128"/>
          <a:ea typeface="Noto Sans TC" panose="020B0200000000000000" pitchFamily="34" charset="-128"/>
        </a:defRPr>
      </a:lvl2pPr>
      <a:lvl3pPr>
        <a:defRPr>
          <a:latin typeface="Noto Sans TC" panose="020B0200000000000000" pitchFamily="34" charset="-128"/>
          <a:ea typeface="Noto Sans TC" panose="020B0200000000000000" pitchFamily="34" charset="-128"/>
        </a:defRPr>
      </a:lvl3pPr>
      <a:lvl4pPr>
        <a:defRPr>
          <a:latin typeface="Noto Sans TC" panose="020B0200000000000000" pitchFamily="34" charset="-128"/>
          <a:ea typeface="Noto Sans TC" panose="020B0200000000000000" pitchFamily="34" charset="-128"/>
        </a:defRPr>
      </a:lvl4pPr>
      <a:lvl5pPr>
        <a:defRPr>
          <a:latin typeface="Noto Sans TC" panose="020B0200000000000000" pitchFamily="34" charset="-128"/>
          <a:ea typeface="Noto Sans TC" panose="020B0200000000000000" pitchFamily="34" charset="-128"/>
        </a:defRPr>
      </a:lvl5pPr>
      <a:lvl6pPr>
        <a:defRPr>
          <a:latin typeface="Noto Sans TC" panose="020B0200000000000000" pitchFamily="34" charset="-128"/>
          <a:ea typeface="Noto Sans TC" panose="020B0200000000000000" pitchFamily="34" charset="-128"/>
        </a:defRPr>
      </a:lvl6pPr>
      <a:lvl7pPr>
        <a:defRPr>
          <a:latin typeface="Noto Sans TC" panose="020B0200000000000000" pitchFamily="34" charset="-128"/>
          <a:ea typeface="Noto Sans TC" panose="020B0200000000000000" pitchFamily="34" charset="-128"/>
        </a:defRPr>
      </a:lvl7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4F61537-C30C-6222-8892-B751113C1D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" t="13881" b="11195"/>
          <a:stretch>
            <a:fillRect/>
          </a:stretch>
        </p:blipFill>
        <p:spPr>
          <a:xfrm>
            <a:off x="0" y="19304"/>
            <a:ext cx="12192000" cy="6867351"/>
          </a:xfrm>
          <a:prstGeom prst="rect">
            <a:avLst/>
          </a:prstGeom>
        </p:spPr>
      </p:pic>
      <p:sp>
        <p:nvSpPr>
          <p:cNvPr id="9" name="Google Shape;366;p43">
            <a:extLst>
              <a:ext uri="{FF2B5EF4-FFF2-40B4-BE49-F238E27FC236}">
                <a16:creationId xmlns:a16="http://schemas.microsoft.com/office/drawing/2014/main" id="{93DBB990-0CAF-8A4F-BF87-D273BEDB0D44}"/>
              </a:ext>
            </a:extLst>
          </p:cNvPr>
          <p:cNvSpPr/>
          <p:nvPr userDrawn="1"/>
        </p:nvSpPr>
        <p:spPr>
          <a:xfrm>
            <a:off x="1775520" y="2806366"/>
            <a:ext cx="205200" cy="205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476A3ECD-99D6-26A0-E2F6-365BA04D44AE}"/>
              </a:ext>
            </a:extLst>
          </p:cNvPr>
          <p:cNvSpPr/>
          <p:nvPr userDrawn="1"/>
        </p:nvSpPr>
        <p:spPr>
          <a:xfrm>
            <a:off x="-96688" y="3212976"/>
            <a:ext cx="11451675" cy="2387089"/>
          </a:xfrm>
          <a:custGeom>
            <a:avLst/>
            <a:gdLst>
              <a:gd name="connsiteX0" fmla="*/ 2041955 w 11451675"/>
              <a:gd name="connsiteY0" fmla="*/ 197621 h 2387089"/>
              <a:gd name="connsiteX1" fmla="*/ 1872208 w 11451675"/>
              <a:gd name="connsiteY1" fmla="*/ 367368 h 2387089"/>
              <a:gd name="connsiteX2" fmla="*/ 1872208 w 11451675"/>
              <a:gd name="connsiteY2" fmla="*/ 1977425 h 2387089"/>
              <a:gd name="connsiteX3" fmla="*/ 2041955 w 11451675"/>
              <a:gd name="connsiteY3" fmla="*/ 2147172 h 2387089"/>
              <a:gd name="connsiteX4" fmla="*/ 11055117 w 11451675"/>
              <a:gd name="connsiteY4" fmla="*/ 2147172 h 2387089"/>
              <a:gd name="connsiteX5" fmla="*/ 11224864 w 11451675"/>
              <a:gd name="connsiteY5" fmla="*/ 1977425 h 2387089"/>
              <a:gd name="connsiteX6" fmla="*/ 11224864 w 11451675"/>
              <a:gd name="connsiteY6" fmla="*/ 367368 h 2387089"/>
              <a:gd name="connsiteX7" fmla="*/ 11055117 w 11451675"/>
              <a:gd name="connsiteY7" fmla="*/ 197621 h 2387089"/>
              <a:gd name="connsiteX8" fmla="*/ 207844 w 11451675"/>
              <a:gd name="connsiteY8" fmla="*/ 0 h 2387089"/>
              <a:gd name="connsiteX9" fmla="*/ 11243831 w 11451675"/>
              <a:gd name="connsiteY9" fmla="*/ 0 h 2387089"/>
              <a:gd name="connsiteX10" fmla="*/ 11451675 w 11451675"/>
              <a:gd name="connsiteY10" fmla="*/ 207844 h 2387089"/>
              <a:gd name="connsiteX11" fmla="*/ 11451675 w 11451675"/>
              <a:gd name="connsiteY11" fmla="*/ 2179245 h 2387089"/>
              <a:gd name="connsiteX12" fmla="*/ 11243831 w 11451675"/>
              <a:gd name="connsiteY12" fmla="*/ 2387089 h 2387089"/>
              <a:gd name="connsiteX13" fmla="*/ 207844 w 11451675"/>
              <a:gd name="connsiteY13" fmla="*/ 2387089 h 2387089"/>
              <a:gd name="connsiteX14" fmla="*/ 0 w 11451675"/>
              <a:gd name="connsiteY14" fmla="*/ 2179245 h 2387089"/>
              <a:gd name="connsiteX15" fmla="*/ 0 w 11451675"/>
              <a:gd name="connsiteY15" fmla="*/ 207844 h 2387089"/>
              <a:gd name="connsiteX16" fmla="*/ 207844 w 11451675"/>
              <a:gd name="connsiteY16" fmla="*/ 0 h 238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51675" h="2387089">
                <a:moveTo>
                  <a:pt x="2041955" y="197621"/>
                </a:moveTo>
                <a:cubicBezTo>
                  <a:pt x="1948206" y="197621"/>
                  <a:pt x="1872208" y="273619"/>
                  <a:pt x="1872208" y="367368"/>
                </a:cubicBezTo>
                <a:lnTo>
                  <a:pt x="1872208" y="1977425"/>
                </a:lnTo>
                <a:cubicBezTo>
                  <a:pt x="1872208" y="2071174"/>
                  <a:pt x="1948206" y="2147172"/>
                  <a:pt x="2041955" y="2147172"/>
                </a:cubicBezTo>
                <a:lnTo>
                  <a:pt x="11055117" y="2147172"/>
                </a:lnTo>
                <a:cubicBezTo>
                  <a:pt x="11148866" y="2147172"/>
                  <a:pt x="11224864" y="2071174"/>
                  <a:pt x="11224864" y="1977425"/>
                </a:cubicBezTo>
                <a:lnTo>
                  <a:pt x="11224864" y="367368"/>
                </a:lnTo>
                <a:cubicBezTo>
                  <a:pt x="11224864" y="273619"/>
                  <a:pt x="11148866" y="197621"/>
                  <a:pt x="11055117" y="197621"/>
                </a:cubicBezTo>
                <a:close/>
                <a:moveTo>
                  <a:pt x="207844" y="0"/>
                </a:moveTo>
                <a:lnTo>
                  <a:pt x="11243831" y="0"/>
                </a:lnTo>
                <a:cubicBezTo>
                  <a:pt x="11358620" y="0"/>
                  <a:pt x="11451675" y="93055"/>
                  <a:pt x="11451675" y="207844"/>
                </a:cubicBezTo>
                <a:lnTo>
                  <a:pt x="11451675" y="2179245"/>
                </a:lnTo>
                <a:cubicBezTo>
                  <a:pt x="11451675" y="2294034"/>
                  <a:pt x="11358620" y="2387089"/>
                  <a:pt x="11243831" y="2387089"/>
                </a:cubicBezTo>
                <a:lnTo>
                  <a:pt x="207844" y="2387089"/>
                </a:lnTo>
                <a:cubicBezTo>
                  <a:pt x="93055" y="2387089"/>
                  <a:pt x="0" y="2294034"/>
                  <a:pt x="0" y="2179245"/>
                </a:cubicBezTo>
                <a:lnTo>
                  <a:pt x="0" y="207844"/>
                </a:lnTo>
                <a:cubicBezTo>
                  <a:pt x="0" y="93055"/>
                  <a:pt x="93055" y="0"/>
                  <a:pt x="207844" y="0"/>
                </a:cubicBez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lang="x-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20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B3177AD-EA11-B31C-1771-689BF60B765E}"/>
              </a:ext>
            </a:extLst>
          </p:cNvPr>
          <p:cNvGrpSpPr/>
          <p:nvPr userDrawn="1"/>
        </p:nvGrpSpPr>
        <p:grpSpPr>
          <a:xfrm>
            <a:off x="0" y="165936"/>
            <a:ext cx="11340000" cy="6710064"/>
            <a:chOff x="0" y="165936"/>
            <a:chExt cx="11340000" cy="6710064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7E8F0D48-C327-C1DE-A5EA-9A70A074B13A}"/>
                </a:ext>
              </a:extLst>
            </p:cNvPr>
            <p:cNvSpPr/>
            <p:nvPr/>
          </p:nvSpPr>
          <p:spPr>
            <a:xfrm>
              <a:off x="0" y="6696000"/>
              <a:ext cx="11340000" cy="18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 dirty="0"/>
            </a:p>
          </p:txBody>
        </p:sp>
        <p:sp>
          <p:nvSpPr>
            <p:cNvPr id="4" name="矩形 5">
              <a:extLst>
                <a:ext uri="{FF2B5EF4-FFF2-40B4-BE49-F238E27FC236}">
                  <a16:creationId xmlns:a16="http://schemas.microsoft.com/office/drawing/2014/main" id="{3865F7A1-E32E-4BFB-274E-0A19B5BCF20E}"/>
                </a:ext>
              </a:extLst>
            </p:cNvPr>
            <p:cNvSpPr/>
            <p:nvPr/>
          </p:nvSpPr>
          <p:spPr>
            <a:xfrm>
              <a:off x="0" y="6804000"/>
              <a:ext cx="11340000" cy="72000"/>
            </a:xfrm>
            <a:prstGeom prst="rect">
              <a:avLst/>
            </a:prstGeom>
            <a:solidFill>
              <a:srgbClr val="562F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组合 8">
              <a:extLst>
                <a:ext uri="{FF2B5EF4-FFF2-40B4-BE49-F238E27FC236}">
                  <a16:creationId xmlns:a16="http://schemas.microsoft.com/office/drawing/2014/main" id="{8907DABE-3226-1C1A-C7AE-63AD51C35C64}"/>
                </a:ext>
              </a:extLst>
            </p:cNvPr>
            <p:cNvGrpSpPr/>
            <p:nvPr userDrawn="1"/>
          </p:nvGrpSpPr>
          <p:grpSpPr>
            <a:xfrm>
              <a:off x="0" y="165936"/>
              <a:ext cx="631080" cy="558000"/>
              <a:chOff x="720" y="171720"/>
              <a:chExt cx="631080" cy="558000"/>
            </a:xfrm>
          </p:grpSpPr>
          <p:sp>
            <p:nvSpPr>
              <p:cNvPr id="7" name="矩形 9">
                <a:extLst>
                  <a:ext uri="{FF2B5EF4-FFF2-40B4-BE49-F238E27FC236}">
                    <a16:creationId xmlns:a16="http://schemas.microsoft.com/office/drawing/2014/main" id="{A1828130-A68B-18F4-A3DD-FC0CD023A8FF}"/>
                  </a:ext>
                </a:extLst>
              </p:cNvPr>
              <p:cNvSpPr/>
              <p:nvPr/>
            </p:nvSpPr>
            <p:spPr>
              <a:xfrm>
                <a:off x="720" y="171720"/>
                <a:ext cx="532800" cy="5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8" name="矩形 10">
                <a:extLst>
                  <a:ext uri="{FF2B5EF4-FFF2-40B4-BE49-F238E27FC236}">
                    <a16:creationId xmlns:a16="http://schemas.microsoft.com/office/drawing/2014/main" id="{16AAAD91-58D0-B84E-6C95-96BF3BADFDF3}"/>
                  </a:ext>
                </a:extLst>
              </p:cNvPr>
              <p:cNvSpPr/>
              <p:nvPr/>
            </p:nvSpPr>
            <p:spPr>
              <a:xfrm>
                <a:off x="575280" y="171720"/>
                <a:ext cx="56520" cy="5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B70122B-4BF0-40A6-7435-A184DBC9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4000"/>
            <a:ext cx="1044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B3C57A-31A3-F013-AF5D-1F3F5AC8E6D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000" y="6420298"/>
            <a:ext cx="610079" cy="3858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9" r:id="rId2"/>
    <p:sldLayoutId id="214748368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>
        <a:defRPr sz="3200" b="1">
          <a:latin typeface="Noto Sans TC" panose="020B0200000000000000" pitchFamily="34" charset="-128"/>
          <a:ea typeface="Noto Sans TC" panose="020B0200000000000000" pitchFamily="34" charset="-128"/>
        </a:defRPr>
      </a:lvl1pPr>
    </p:titleStyle>
    <p:bodyStyle>
      <a:lvl1pPr>
        <a:defRPr>
          <a:latin typeface="Noto Sans TC" panose="020B0200000000000000" pitchFamily="34" charset="-128"/>
          <a:ea typeface="Noto Sans TC" panose="020B0200000000000000" pitchFamily="34" charset="-128"/>
        </a:defRPr>
      </a:lvl1pPr>
      <a:lvl2pPr>
        <a:defRPr>
          <a:latin typeface="Noto Sans TC" panose="020B0200000000000000" pitchFamily="34" charset="-128"/>
          <a:ea typeface="Noto Sans TC" panose="020B0200000000000000" pitchFamily="34" charset="-128"/>
        </a:defRPr>
      </a:lvl2pPr>
      <a:lvl3pPr>
        <a:defRPr>
          <a:latin typeface="Noto Sans TC" panose="020B0200000000000000" pitchFamily="34" charset="-128"/>
          <a:ea typeface="Noto Sans TC" panose="020B0200000000000000" pitchFamily="34" charset="-128"/>
        </a:defRPr>
      </a:lvl3pPr>
      <a:lvl4pPr>
        <a:defRPr>
          <a:latin typeface="Noto Sans TC" panose="020B0200000000000000" pitchFamily="34" charset="-128"/>
          <a:ea typeface="Noto Sans TC" panose="020B0200000000000000" pitchFamily="34" charset="-128"/>
        </a:defRPr>
      </a:lvl4pPr>
      <a:lvl5pPr>
        <a:defRPr>
          <a:latin typeface="Noto Sans TC" panose="020B0200000000000000" pitchFamily="34" charset="-128"/>
          <a:ea typeface="Noto Sans TC" panose="020B0200000000000000" pitchFamily="34" charset="-128"/>
        </a:defRPr>
      </a:lvl5pPr>
      <a:lvl6pPr>
        <a:defRPr>
          <a:latin typeface="Noto Sans TC" panose="020B0200000000000000" pitchFamily="34" charset="-128"/>
          <a:ea typeface="Noto Sans TC" panose="020B0200000000000000" pitchFamily="34" charset="-128"/>
        </a:defRPr>
      </a:lvl6pPr>
      <a:lvl7pPr>
        <a:defRPr>
          <a:latin typeface="Noto Sans TC" panose="020B0200000000000000" pitchFamily="34" charset="-128"/>
          <a:ea typeface="Noto Sans TC" panose="020B0200000000000000" pitchFamily="34" charset="-128"/>
        </a:defRPr>
      </a:lvl7pPr>
    </p:bodyStyle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8435759">
            <a:extLst>
              <a:ext uri="{FF2B5EF4-FFF2-40B4-BE49-F238E27FC236}">
                <a16:creationId xmlns:a16="http://schemas.microsoft.com/office/drawing/2014/main" id="{A1CF2EAF-C83B-28A7-F4FF-448CD3A9D5F2}"/>
              </a:ext>
            </a:extLst>
          </p:cNvPr>
          <p:cNvSpPr/>
          <p:nvPr/>
        </p:nvSpPr>
        <p:spPr>
          <a:xfrm>
            <a:off x="546597" y="2767281"/>
            <a:ext cx="632256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0" b="1" dirty="0">
                <a:solidFill>
                  <a:schemeClr val="accent2"/>
                </a:solidFill>
                <a:latin typeface="Noto Sans TC" panose="020B0200000000000000" pitchFamily="34" charset="-128"/>
                <a:ea typeface="Noto Sans TC" panose="020B0200000000000000" pitchFamily="34" charset="-128"/>
                <a:sym typeface="思源黑体" panose="020B0400000000000000" pitchFamily="34" charset="-122"/>
              </a:rPr>
              <a:t>THANK YOU 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796F2C6-947A-860D-D362-C88AEB92E112}"/>
              </a:ext>
            </a:extLst>
          </p:cNvPr>
          <p:cNvGrpSpPr/>
          <p:nvPr userDrawn="1"/>
        </p:nvGrpSpPr>
        <p:grpSpPr>
          <a:xfrm>
            <a:off x="7079260" y="548680"/>
            <a:ext cx="4548729" cy="3363416"/>
            <a:chOff x="5687350" y="734846"/>
            <a:chExt cx="4548729" cy="3363416"/>
          </a:xfrm>
        </p:grpSpPr>
        <p:sp>
          <p:nvSpPr>
            <p:cNvPr id="18" name="Google Shape;708;p53">
              <a:extLst>
                <a:ext uri="{FF2B5EF4-FFF2-40B4-BE49-F238E27FC236}">
                  <a16:creationId xmlns:a16="http://schemas.microsoft.com/office/drawing/2014/main" id="{E151F42A-1BB9-C6FB-48CB-28639DB78BBD}"/>
                </a:ext>
              </a:extLst>
            </p:cNvPr>
            <p:cNvSpPr/>
            <p:nvPr/>
          </p:nvSpPr>
          <p:spPr>
            <a:xfrm>
              <a:off x="5687350" y="2046261"/>
              <a:ext cx="627389" cy="1956016"/>
            </a:xfrm>
            <a:custGeom>
              <a:avLst/>
              <a:gdLst/>
              <a:ahLst/>
              <a:cxnLst/>
              <a:rect l="l" t="t" r="r" b="b"/>
              <a:pathLst>
                <a:path w="28757" h="89656" extrusionOk="0">
                  <a:moveTo>
                    <a:pt x="14379" y="0"/>
                  </a:moveTo>
                  <a:cubicBezTo>
                    <a:pt x="6458" y="0"/>
                    <a:pt x="0" y="6443"/>
                    <a:pt x="0" y="14378"/>
                  </a:cubicBezTo>
                  <a:lnTo>
                    <a:pt x="0" y="89655"/>
                  </a:lnTo>
                  <a:lnTo>
                    <a:pt x="28757" y="89655"/>
                  </a:lnTo>
                  <a:lnTo>
                    <a:pt x="28757" y="14378"/>
                  </a:lnTo>
                  <a:cubicBezTo>
                    <a:pt x="28757" y="6443"/>
                    <a:pt x="22314" y="0"/>
                    <a:pt x="14379" y="0"/>
                  </a:cubicBez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09;p53">
              <a:extLst>
                <a:ext uri="{FF2B5EF4-FFF2-40B4-BE49-F238E27FC236}">
                  <a16:creationId xmlns:a16="http://schemas.microsoft.com/office/drawing/2014/main" id="{3ABD8A7A-62EF-2ABD-2323-A2709210C8BE}"/>
                </a:ext>
              </a:extLst>
            </p:cNvPr>
            <p:cNvSpPr/>
            <p:nvPr/>
          </p:nvSpPr>
          <p:spPr>
            <a:xfrm>
              <a:off x="6467410" y="2068733"/>
              <a:ext cx="425299" cy="1957652"/>
            </a:xfrm>
            <a:custGeom>
              <a:avLst/>
              <a:gdLst/>
              <a:ahLst/>
              <a:cxnLst/>
              <a:rect l="l" t="t" r="r" b="b"/>
              <a:pathLst>
                <a:path w="19494" h="89731" extrusionOk="0">
                  <a:moveTo>
                    <a:pt x="9747" y="1"/>
                  </a:moveTo>
                  <a:cubicBezTo>
                    <a:pt x="4366" y="1"/>
                    <a:pt x="0" y="4381"/>
                    <a:pt x="0" y="9748"/>
                  </a:cubicBezTo>
                  <a:lnTo>
                    <a:pt x="0" y="28969"/>
                  </a:lnTo>
                  <a:lnTo>
                    <a:pt x="0" y="60763"/>
                  </a:lnTo>
                  <a:lnTo>
                    <a:pt x="0" y="79984"/>
                  </a:lnTo>
                  <a:cubicBezTo>
                    <a:pt x="0" y="85365"/>
                    <a:pt x="4366" y="89731"/>
                    <a:pt x="9747" y="89731"/>
                  </a:cubicBezTo>
                  <a:cubicBezTo>
                    <a:pt x="15114" y="89731"/>
                    <a:pt x="19494" y="85365"/>
                    <a:pt x="19494" y="79984"/>
                  </a:cubicBezTo>
                  <a:lnTo>
                    <a:pt x="19494" y="60763"/>
                  </a:lnTo>
                  <a:lnTo>
                    <a:pt x="19494" y="28969"/>
                  </a:lnTo>
                  <a:lnTo>
                    <a:pt x="19494" y="9748"/>
                  </a:lnTo>
                  <a:cubicBezTo>
                    <a:pt x="19494" y="4381"/>
                    <a:pt x="15114" y="1"/>
                    <a:pt x="9747" y="1"/>
                  </a:cubicBez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10;p53">
              <a:extLst>
                <a:ext uri="{FF2B5EF4-FFF2-40B4-BE49-F238E27FC236}">
                  <a16:creationId xmlns:a16="http://schemas.microsoft.com/office/drawing/2014/main" id="{57A21676-CCD2-8043-34ED-1A4E94E8237D}"/>
                </a:ext>
              </a:extLst>
            </p:cNvPr>
            <p:cNvSpPr/>
            <p:nvPr/>
          </p:nvSpPr>
          <p:spPr>
            <a:xfrm>
              <a:off x="5843312" y="734846"/>
              <a:ext cx="969448" cy="969464"/>
            </a:xfrm>
            <a:custGeom>
              <a:avLst/>
              <a:gdLst/>
              <a:ahLst/>
              <a:cxnLst/>
              <a:rect l="l" t="t" r="r" b="b"/>
              <a:pathLst>
                <a:path w="59550" h="59551" extrusionOk="0">
                  <a:moveTo>
                    <a:pt x="29775" y="0"/>
                  </a:moveTo>
                  <a:cubicBezTo>
                    <a:pt x="13320" y="0"/>
                    <a:pt x="0" y="13334"/>
                    <a:pt x="0" y="29775"/>
                  </a:cubicBezTo>
                  <a:cubicBezTo>
                    <a:pt x="0" y="46234"/>
                    <a:pt x="13320" y="59550"/>
                    <a:pt x="29775" y="59550"/>
                  </a:cubicBezTo>
                  <a:cubicBezTo>
                    <a:pt x="46216" y="59550"/>
                    <a:pt x="59550" y="46234"/>
                    <a:pt x="59550" y="29775"/>
                  </a:cubicBezTo>
                  <a:cubicBezTo>
                    <a:pt x="59550" y="13334"/>
                    <a:pt x="46216" y="0"/>
                    <a:pt x="29775" y="0"/>
                  </a:cubicBez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11;p53">
              <a:extLst>
                <a:ext uri="{FF2B5EF4-FFF2-40B4-BE49-F238E27FC236}">
                  <a16:creationId xmlns:a16="http://schemas.microsoft.com/office/drawing/2014/main" id="{0CEDF046-85E7-A65B-E855-991983DA08CC}"/>
                </a:ext>
              </a:extLst>
            </p:cNvPr>
            <p:cNvSpPr/>
            <p:nvPr/>
          </p:nvSpPr>
          <p:spPr>
            <a:xfrm rot="5400000">
              <a:off x="9516750" y="735083"/>
              <a:ext cx="469666" cy="968992"/>
            </a:xfrm>
            <a:custGeom>
              <a:avLst/>
              <a:gdLst/>
              <a:ahLst/>
              <a:cxnLst/>
              <a:rect l="l" t="t" r="r" b="b"/>
              <a:pathLst>
                <a:path w="28850" h="59522" extrusionOk="0">
                  <a:moveTo>
                    <a:pt x="28850" y="0"/>
                  </a:moveTo>
                  <a:cubicBezTo>
                    <a:pt x="12825" y="478"/>
                    <a:pt x="1" y="13618"/>
                    <a:pt x="1" y="29761"/>
                  </a:cubicBezTo>
                  <a:cubicBezTo>
                    <a:pt x="1" y="45890"/>
                    <a:pt x="12825" y="59027"/>
                    <a:pt x="28850" y="59522"/>
                  </a:cubicBezTo>
                  <a:lnTo>
                    <a:pt x="28850" y="48491"/>
                  </a:lnTo>
                  <a:cubicBezTo>
                    <a:pt x="18924" y="48010"/>
                    <a:pt x="11017" y="39806"/>
                    <a:pt x="11017" y="29761"/>
                  </a:cubicBezTo>
                  <a:cubicBezTo>
                    <a:pt x="11017" y="19716"/>
                    <a:pt x="18924" y="11509"/>
                    <a:pt x="28850" y="11032"/>
                  </a:cubicBezTo>
                  <a:lnTo>
                    <a:pt x="28850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12;p53">
              <a:extLst>
                <a:ext uri="{FF2B5EF4-FFF2-40B4-BE49-F238E27FC236}">
                  <a16:creationId xmlns:a16="http://schemas.microsoft.com/office/drawing/2014/main" id="{E44CEA19-FF25-2DB3-9EEA-68D8F1CA3446}"/>
                </a:ext>
              </a:extLst>
            </p:cNvPr>
            <p:cNvSpPr/>
            <p:nvPr/>
          </p:nvSpPr>
          <p:spPr>
            <a:xfrm rot="16200000">
              <a:off x="8391315" y="734846"/>
              <a:ext cx="480117" cy="969464"/>
            </a:xfrm>
            <a:custGeom>
              <a:avLst/>
              <a:gdLst/>
              <a:ahLst/>
              <a:cxnLst/>
              <a:rect l="l" t="t" r="r" b="b"/>
              <a:pathLst>
                <a:path w="29492" h="59551" extrusionOk="0">
                  <a:moveTo>
                    <a:pt x="0" y="1"/>
                  </a:moveTo>
                  <a:lnTo>
                    <a:pt x="0" y="59551"/>
                  </a:lnTo>
                  <a:cubicBezTo>
                    <a:pt x="16323" y="59400"/>
                    <a:pt x="29492" y="46127"/>
                    <a:pt x="29492" y="29776"/>
                  </a:cubicBezTo>
                  <a:cubicBezTo>
                    <a:pt x="29492" y="13439"/>
                    <a:pt x="16323" y="166"/>
                    <a:pt x="0" y="1"/>
                  </a:cubicBez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13;p53">
              <a:extLst>
                <a:ext uri="{FF2B5EF4-FFF2-40B4-BE49-F238E27FC236}">
                  <a16:creationId xmlns:a16="http://schemas.microsoft.com/office/drawing/2014/main" id="{4FC2DA5E-C896-953C-9C91-3C0A5C1953EC}"/>
                </a:ext>
              </a:extLst>
            </p:cNvPr>
            <p:cNvSpPr/>
            <p:nvPr/>
          </p:nvSpPr>
          <p:spPr>
            <a:xfrm>
              <a:off x="7075973" y="736651"/>
              <a:ext cx="966101" cy="965842"/>
            </a:xfrm>
            <a:custGeom>
              <a:avLst/>
              <a:gdLst/>
              <a:ahLst/>
              <a:cxnLst/>
              <a:rect l="l" t="t" r="r" b="b"/>
              <a:pathLst>
                <a:path w="52405" h="52391" extrusionOk="0">
                  <a:moveTo>
                    <a:pt x="26203" y="11882"/>
                  </a:moveTo>
                  <a:cubicBezTo>
                    <a:pt x="34095" y="11882"/>
                    <a:pt x="40523" y="18296"/>
                    <a:pt x="40523" y="26188"/>
                  </a:cubicBezTo>
                  <a:cubicBezTo>
                    <a:pt x="40523" y="34080"/>
                    <a:pt x="34095" y="40505"/>
                    <a:pt x="26203" y="40505"/>
                  </a:cubicBezTo>
                  <a:cubicBezTo>
                    <a:pt x="18310" y="40505"/>
                    <a:pt x="11896" y="34080"/>
                    <a:pt x="11896" y="26188"/>
                  </a:cubicBezTo>
                  <a:cubicBezTo>
                    <a:pt x="11896" y="18296"/>
                    <a:pt x="18310" y="11882"/>
                    <a:pt x="26203" y="11882"/>
                  </a:cubicBezTo>
                  <a:close/>
                  <a:moveTo>
                    <a:pt x="26203" y="11627"/>
                  </a:moveTo>
                  <a:cubicBezTo>
                    <a:pt x="18174" y="11627"/>
                    <a:pt x="11645" y="18160"/>
                    <a:pt x="11645" y="26188"/>
                  </a:cubicBezTo>
                  <a:cubicBezTo>
                    <a:pt x="11645" y="34228"/>
                    <a:pt x="18174" y="40760"/>
                    <a:pt x="26203" y="40760"/>
                  </a:cubicBezTo>
                  <a:cubicBezTo>
                    <a:pt x="34245" y="40760"/>
                    <a:pt x="40774" y="34228"/>
                    <a:pt x="40774" y="26188"/>
                  </a:cubicBezTo>
                  <a:cubicBezTo>
                    <a:pt x="40774" y="18160"/>
                    <a:pt x="34245" y="11627"/>
                    <a:pt x="26203" y="11627"/>
                  </a:cubicBezTo>
                  <a:close/>
                  <a:moveTo>
                    <a:pt x="26203" y="255"/>
                  </a:moveTo>
                  <a:cubicBezTo>
                    <a:pt x="40505" y="255"/>
                    <a:pt x="52150" y="11882"/>
                    <a:pt x="52150" y="26188"/>
                  </a:cubicBezTo>
                  <a:cubicBezTo>
                    <a:pt x="52150" y="40505"/>
                    <a:pt x="40505" y="52136"/>
                    <a:pt x="26203" y="52136"/>
                  </a:cubicBezTo>
                  <a:cubicBezTo>
                    <a:pt x="11896" y="52136"/>
                    <a:pt x="270" y="40505"/>
                    <a:pt x="270" y="26188"/>
                  </a:cubicBezTo>
                  <a:cubicBezTo>
                    <a:pt x="270" y="11882"/>
                    <a:pt x="11896" y="255"/>
                    <a:pt x="26203" y="255"/>
                  </a:cubicBezTo>
                  <a:close/>
                  <a:moveTo>
                    <a:pt x="26203" y="1"/>
                  </a:moveTo>
                  <a:cubicBezTo>
                    <a:pt x="11763" y="1"/>
                    <a:pt x="1" y="11749"/>
                    <a:pt x="1" y="26188"/>
                  </a:cubicBezTo>
                  <a:cubicBezTo>
                    <a:pt x="1" y="40642"/>
                    <a:pt x="11763" y="52390"/>
                    <a:pt x="26203" y="52390"/>
                  </a:cubicBezTo>
                  <a:cubicBezTo>
                    <a:pt x="40656" y="52390"/>
                    <a:pt x="52405" y="40642"/>
                    <a:pt x="52405" y="26188"/>
                  </a:cubicBezTo>
                  <a:cubicBezTo>
                    <a:pt x="52405" y="11749"/>
                    <a:pt x="40656" y="1"/>
                    <a:pt x="26203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714;p53">
              <a:extLst>
                <a:ext uri="{FF2B5EF4-FFF2-40B4-BE49-F238E27FC236}">
                  <a16:creationId xmlns:a16="http://schemas.microsoft.com/office/drawing/2014/main" id="{BE843080-152B-A7BB-FCAC-0BFA8B94E6E8}"/>
                </a:ext>
              </a:extLst>
            </p:cNvPr>
            <p:cNvGrpSpPr/>
            <p:nvPr userDrawn="1"/>
          </p:nvGrpSpPr>
          <p:grpSpPr>
            <a:xfrm>
              <a:off x="8166369" y="3339695"/>
              <a:ext cx="2004806" cy="758567"/>
              <a:chOff x="4622572" y="2715115"/>
              <a:chExt cx="1246745" cy="471760"/>
            </a:xfrm>
          </p:grpSpPr>
          <p:sp>
            <p:nvSpPr>
              <p:cNvPr id="41" name="Google Shape;715;p53">
                <a:extLst>
                  <a:ext uri="{FF2B5EF4-FFF2-40B4-BE49-F238E27FC236}">
                    <a16:creationId xmlns:a16="http://schemas.microsoft.com/office/drawing/2014/main" id="{6A27D49E-06BE-A5CB-F384-9E6118156B1C}"/>
                  </a:ext>
                </a:extLst>
              </p:cNvPr>
              <p:cNvSpPr/>
              <p:nvPr/>
            </p:nvSpPr>
            <p:spPr>
              <a:xfrm>
                <a:off x="4622572" y="2933128"/>
                <a:ext cx="10358" cy="10264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55" extrusionOk="0">
                    <a:moveTo>
                      <a:pt x="315" y="0"/>
                    </a:moveTo>
                    <a:cubicBezTo>
                      <a:pt x="233" y="0"/>
                      <a:pt x="161" y="32"/>
                      <a:pt x="108" y="85"/>
                    </a:cubicBezTo>
                    <a:cubicBezTo>
                      <a:pt x="47" y="146"/>
                      <a:pt x="0" y="235"/>
                      <a:pt x="0" y="325"/>
                    </a:cubicBezTo>
                    <a:cubicBezTo>
                      <a:pt x="0" y="372"/>
                      <a:pt x="18" y="415"/>
                      <a:pt x="32" y="443"/>
                    </a:cubicBezTo>
                    <a:cubicBezTo>
                      <a:pt x="47" y="490"/>
                      <a:pt x="76" y="519"/>
                      <a:pt x="108" y="551"/>
                    </a:cubicBezTo>
                    <a:cubicBezTo>
                      <a:pt x="165" y="608"/>
                      <a:pt x="255" y="655"/>
                      <a:pt x="345" y="655"/>
                    </a:cubicBezTo>
                    <a:cubicBezTo>
                      <a:pt x="359" y="655"/>
                      <a:pt x="377" y="655"/>
                      <a:pt x="406" y="641"/>
                    </a:cubicBezTo>
                    <a:cubicBezTo>
                      <a:pt x="420" y="641"/>
                      <a:pt x="449" y="641"/>
                      <a:pt x="467" y="623"/>
                    </a:cubicBezTo>
                    <a:cubicBezTo>
                      <a:pt x="481" y="608"/>
                      <a:pt x="495" y="608"/>
                      <a:pt x="524" y="594"/>
                    </a:cubicBezTo>
                    <a:cubicBezTo>
                      <a:pt x="538" y="580"/>
                      <a:pt x="556" y="565"/>
                      <a:pt x="571" y="551"/>
                    </a:cubicBezTo>
                    <a:cubicBezTo>
                      <a:pt x="599" y="519"/>
                      <a:pt x="628" y="490"/>
                      <a:pt x="646" y="443"/>
                    </a:cubicBezTo>
                    <a:cubicBezTo>
                      <a:pt x="660" y="415"/>
                      <a:pt x="660" y="372"/>
                      <a:pt x="660" y="325"/>
                    </a:cubicBezTo>
                    <a:cubicBezTo>
                      <a:pt x="660" y="235"/>
                      <a:pt x="628" y="146"/>
                      <a:pt x="571" y="85"/>
                    </a:cubicBezTo>
                    <a:cubicBezTo>
                      <a:pt x="556" y="70"/>
                      <a:pt x="538" y="56"/>
                      <a:pt x="524" y="56"/>
                    </a:cubicBezTo>
                    <a:cubicBezTo>
                      <a:pt x="495" y="42"/>
                      <a:pt x="481" y="27"/>
                      <a:pt x="467" y="27"/>
                    </a:cubicBezTo>
                    <a:cubicBezTo>
                      <a:pt x="449" y="13"/>
                      <a:pt x="420" y="13"/>
                      <a:pt x="406" y="13"/>
                    </a:cubicBezTo>
                    <a:cubicBezTo>
                      <a:pt x="374" y="4"/>
                      <a:pt x="344" y="0"/>
                      <a:pt x="315" y="0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716;p53">
                <a:extLst>
                  <a:ext uri="{FF2B5EF4-FFF2-40B4-BE49-F238E27FC236}">
                    <a16:creationId xmlns:a16="http://schemas.microsoft.com/office/drawing/2014/main" id="{CA5431CD-79C9-AF60-C6F1-155654ADD4CD}"/>
                  </a:ext>
                </a:extLst>
              </p:cNvPr>
              <p:cNvSpPr/>
              <p:nvPr/>
            </p:nvSpPr>
            <p:spPr>
              <a:xfrm>
                <a:off x="4624248" y="2715190"/>
                <a:ext cx="443821" cy="200780"/>
              </a:xfrm>
              <a:custGeom>
                <a:avLst/>
                <a:gdLst/>
                <a:ahLst/>
                <a:cxnLst/>
                <a:rect l="l" t="t" r="r" b="b"/>
                <a:pathLst>
                  <a:path w="28323" h="12813" extrusionOk="0">
                    <a:moveTo>
                      <a:pt x="15024" y="1"/>
                    </a:moveTo>
                    <a:cubicBezTo>
                      <a:pt x="14855" y="1"/>
                      <a:pt x="14708" y="133"/>
                      <a:pt x="14691" y="303"/>
                    </a:cubicBezTo>
                    <a:cubicBezTo>
                      <a:pt x="14691" y="483"/>
                      <a:pt x="14827" y="648"/>
                      <a:pt x="15007" y="648"/>
                    </a:cubicBezTo>
                    <a:lnTo>
                      <a:pt x="15021" y="648"/>
                    </a:lnTo>
                    <a:cubicBezTo>
                      <a:pt x="15200" y="648"/>
                      <a:pt x="15337" y="526"/>
                      <a:pt x="15351" y="346"/>
                    </a:cubicBezTo>
                    <a:cubicBezTo>
                      <a:pt x="15365" y="167"/>
                      <a:pt x="15229" y="2"/>
                      <a:pt x="15050" y="2"/>
                    </a:cubicBezTo>
                    <a:cubicBezTo>
                      <a:pt x="15041" y="1"/>
                      <a:pt x="15032" y="1"/>
                      <a:pt x="15024" y="1"/>
                    </a:cubicBezTo>
                    <a:close/>
                    <a:moveTo>
                      <a:pt x="13282" y="1"/>
                    </a:moveTo>
                    <a:cubicBezTo>
                      <a:pt x="13273" y="1"/>
                      <a:pt x="13265" y="1"/>
                      <a:pt x="13256" y="2"/>
                    </a:cubicBezTo>
                    <a:cubicBezTo>
                      <a:pt x="13077" y="2"/>
                      <a:pt x="12944" y="167"/>
                      <a:pt x="12944" y="346"/>
                    </a:cubicBezTo>
                    <a:cubicBezTo>
                      <a:pt x="12958" y="526"/>
                      <a:pt x="13109" y="662"/>
                      <a:pt x="13274" y="662"/>
                    </a:cubicBezTo>
                    <a:lnTo>
                      <a:pt x="13303" y="662"/>
                    </a:lnTo>
                    <a:cubicBezTo>
                      <a:pt x="13482" y="648"/>
                      <a:pt x="13615" y="483"/>
                      <a:pt x="13600" y="303"/>
                    </a:cubicBezTo>
                    <a:cubicBezTo>
                      <a:pt x="13587" y="133"/>
                      <a:pt x="13450" y="1"/>
                      <a:pt x="13282" y="1"/>
                    </a:cubicBezTo>
                    <a:close/>
                    <a:moveTo>
                      <a:pt x="11557" y="218"/>
                    </a:moveTo>
                    <a:cubicBezTo>
                      <a:pt x="11532" y="218"/>
                      <a:pt x="11506" y="221"/>
                      <a:pt x="11480" y="228"/>
                    </a:cubicBezTo>
                    <a:cubicBezTo>
                      <a:pt x="11301" y="257"/>
                      <a:pt x="11193" y="422"/>
                      <a:pt x="11226" y="601"/>
                    </a:cubicBezTo>
                    <a:cubicBezTo>
                      <a:pt x="11254" y="766"/>
                      <a:pt x="11391" y="870"/>
                      <a:pt x="11538" y="870"/>
                    </a:cubicBezTo>
                    <a:lnTo>
                      <a:pt x="11599" y="870"/>
                    </a:lnTo>
                    <a:cubicBezTo>
                      <a:pt x="11778" y="841"/>
                      <a:pt x="11896" y="662"/>
                      <a:pt x="11868" y="483"/>
                    </a:cubicBezTo>
                    <a:cubicBezTo>
                      <a:pt x="11828" y="329"/>
                      <a:pt x="11704" y="218"/>
                      <a:pt x="11557" y="218"/>
                    </a:cubicBezTo>
                    <a:close/>
                    <a:moveTo>
                      <a:pt x="16771" y="208"/>
                    </a:moveTo>
                    <a:cubicBezTo>
                      <a:pt x="16613" y="208"/>
                      <a:pt x="16467" y="323"/>
                      <a:pt x="16442" y="483"/>
                    </a:cubicBezTo>
                    <a:cubicBezTo>
                      <a:pt x="16413" y="662"/>
                      <a:pt x="16517" y="827"/>
                      <a:pt x="16696" y="870"/>
                    </a:cubicBezTo>
                    <a:lnTo>
                      <a:pt x="16772" y="870"/>
                    </a:lnTo>
                    <a:cubicBezTo>
                      <a:pt x="16919" y="870"/>
                      <a:pt x="17055" y="766"/>
                      <a:pt x="17084" y="601"/>
                    </a:cubicBezTo>
                    <a:cubicBezTo>
                      <a:pt x="17112" y="422"/>
                      <a:pt x="16994" y="257"/>
                      <a:pt x="16829" y="214"/>
                    </a:cubicBezTo>
                    <a:cubicBezTo>
                      <a:pt x="16810" y="210"/>
                      <a:pt x="16790" y="208"/>
                      <a:pt x="16771" y="208"/>
                    </a:cubicBezTo>
                    <a:close/>
                    <a:moveTo>
                      <a:pt x="9838" y="650"/>
                    </a:moveTo>
                    <a:cubicBezTo>
                      <a:pt x="9807" y="650"/>
                      <a:pt x="9776" y="654"/>
                      <a:pt x="9744" y="662"/>
                    </a:cubicBezTo>
                    <a:cubicBezTo>
                      <a:pt x="9579" y="719"/>
                      <a:pt x="9475" y="917"/>
                      <a:pt x="9536" y="1078"/>
                    </a:cubicBezTo>
                    <a:cubicBezTo>
                      <a:pt x="9579" y="1215"/>
                      <a:pt x="9715" y="1304"/>
                      <a:pt x="9848" y="1304"/>
                    </a:cubicBezTo>
                    <a:cubicBezTo>
                      <a:pt x="9880" y="1304"/>
                      <a:pt x="9909" y="1304"/>
                      <a:pt x="9956" y="1290"/>
                    </a:cubicBezTo>
                    <a:cubicBezTo>
                      <a:pt x="10117" y="1229"/>
                      <a:pt x="10225" y="1049"/>
                      <a:pt x="10164" y="884"/>
                    </a:cubicBezTo>
                    <a:cubicBezTo>
                      <a:pt x="10114" y="737"/>
                      <a:pt x="9983" y="650"/>
                      <a:pt x="9838" y="650"/>
                    </a:cubicBezTo>
                    <a:close/>
                    <a:moveTo>
                      <a:pt x="18460" y="644"/>
                    </a:moveTo>
                    <a:cubicBezTo>
                      <a:pt x="18320" y="644"/>
                      <a:pt x="18195" y="738"/>
                      <a:pt x="18146" y="870"/>
                    </a:cubicBezTo>
                    <a:cubicBezTo>
                      <a:pt x="18085" y="1049"/>
                      <a:pt x="18189" y="1229"/>
                      <a:pt x="18354" y="1290"/>
                    </a:cubicBezTo>
                    <a:cubicBezTo>
                      <a:pt x="18386" y="1290"/>
                      <a:pt x="18429" y="1304"/>
                      <a:pt x="18458" y="1304"/>
                    </a:cubicBezTo>
                    <a:cubicBezTo>
                      <a:pt x="18594" y="1304"/>
                      <a:pt x="18727" y="1215"/>
                      <a:pt x="18773" y="1078"/>
                    </a:cubicBezTo>
                    <a:cubicBezTo>
                      <a:pt x="18816" y="899"/>
                      <a:pt x="18727" y="719"/>
                      <a:pt x="18565" y="662"/>
                    </a:cubicBezTo>
                    <a:cubicBezTo>
                      <a:pt x="18530" y="650"/>
                      <a:pt x="18495" y="644"/>
                      <a:pt x="18460" y="644"/>
                    </a:cubicBezTo>
                    <a:close/>
                    <a:moveTo>
                      <a:pt x="8232" y="1301"/>
                    </a:moveTo>
                    <a:cubicBezTo>
                      <a:pt x="8183" y="1301"/>
                      <a:pt x="8134" y="1311"/>
                      <a:pt x="8087" y="1333"/>
                    </a:cubicBezTo>
                    <a:cubicBezTo>
                      <a:pt x="7922" y="1408"/>
                      <a:pt x="7846" y="1602"/>
                      <a:pt x="7922" y="1767"/>
                    </a:cubicBezTo>
                    <a:cubicBezTo>
                      <a:pt x="7983" y="1885"/>
                      <a:pt x="8101" y="1946"/>
                      <a:pt x="8219" y="1946"/>
                    </a:cubicBezTo>
                    <a:cubicBezTo>
                      <a:pt x="8266" y="1946"/>
                      <a:pt x="8309" y="1946"/>
                      <a:pt x="8356" y="1918"/>
                    </a:cubicBezTo>
                    <a:cubicBezTo>
                      <a:pt x="8521" y="1842"/>
                      <a:pt x="8592" y="1649"/>
                      <a:pt x="8521" y="1484"/>
                    </a:cubicBezTo>
                    <a:cubicBezTo>
                      <a:pt x="8467" y="1366"/>
                      <a:pt x="8353" y="1301"/>
                      <a:pt x="8232" y="1301"/>
                    </a:cubicBezTo>
                    <a:close/>
                    <a:moveTo>
                      <a:pt x="20089" y="1289"/>
                    </a:moveTo>
                    <a:cubicBezTo>
                      <a:pt x="19964" y="1289"/>
                      <a:pt x="19844" y="1362"/>
                      <a:pt x="19789" y="1484"/>
                    </a:cubicBezTo>
                    <a:cubicBezTo>
                      <a:pt x="19713" y="1649"/>
                      <a:pt x="19789" y="1828"/>
                      <a:pt x="19939" y="1918"/>
                    </a:cubicBezTo>
                    <a:cubicBezTo>
                      <a:pt x="20000" y="1932"/>
                      <a:pt x="20043" y="1946"/>
                      <a:pt x="20090" y="1946"/>
                    </a:cubicBezTo>
                    <a:cubicBezTo>
                      <a:pt x="20208" y="1946"/>
                      <a:pt x="20327" y="1871"/>
                      <a:pt x="20388" y="1753"/>
                    </a:cubicBezTo>
                    <a:cubicBezTo>
                      <a:pt x="20463" y="1588"/>
                      <a:pt x="20388" y="1394"/>
                      <a:pt x="20223" y="1319"/>
                    </a:cubicBezTo>
                    <a:cubicBezTo>
                      <a:pt x="20179" y="1299"/>
                      <a:pt x="20133" y="1289"/>
                      <a:pt x="20089" y="1289"/>
                    </a:cubicBezTo>
                    <a:close/>
                    <a:moveTo>
                      <a:pt x="21611" y="2130"/>
                    </a:moveTo>
                    <a:cubicBezTo>
                      <a:pt x="21505" y="2130"/>
                      <a:pt x="21402" y="2182"/>
                      <a:pt x="21345" y="2276"/>
                    </a:cubicBezTo>
                    <a:cubicBezTo>
                      <a:pt x="21238" y="2441"/>
                      <a:pt x="21285" y="2635"/>
                      <a:pt x="21450" y="2739"/>
                    </a:cubicBezTo>
                    <a:cubicBezTo>
                      <a:pt x="21493" y="2768"/>
                      <a:pt x="21554" y="2782"/>
                      <a:pt x="21615" y="2782"/>
                    </a:cubicBezTo>
                    <a:cubicBezTo>
                      <a:pt x="21719" y="2782"/>
                      <a:pt x="21837" y="2725"/>
                      <a:pt x="21898" y="2635"/>
                    </a:cubicBezTo>
                    <a:cubicBezTo>
                      <a:pt x="21988" y="2484"/>
                      <a:pt x="21941" y="2276"/>
                      <a:pt x="21794" y="2187"/>
                    </a:cubicBezTo>
                    <a:cubicBezTo>
                      <a:pt x="21738" y="2148"/>
                      <a:pt x="21674" y="2130"/>
                      <a:pt x="21611" y="2130"/>
                    </a:cubicBezTo>
                    <a:close/>
                    <a:moveTo>
                      <a:pt x="6687" y="2140"/>
                    </a:moveTo>
                    <a:cubicBezTo>
                      <a:pt x="6628" y="2140"/>
                      <a:pt x="6568" y="2155"/>
                      <a:pt x="6515" y="2187"/>
                    </a:cubicBezTo>
                    <a:cubicBezTo>
                      <a:pt x="6368" y="2291"/>
                      <a:pt x="6322" y="2484"/>
                      <a:pt x="6411" y="2649"/>
                    </a:cubicBezTo>
                    <a:cubicBezTo>
                      <a:pt x="6472" y="2739"/>
                      <a:pt x="6576" y="2800"/>
                      <a:pt x="6695" y="2800"/>
                    </a:cubicBezTo>
                    <a:cubicBezTo>
                      <a:pt x="6756" y="2800"/>
                      <a:pt x="6817" y="2782"/>
                      <a:pt x="6860" y="2739"/>
                    </a:cubicBezTo>
                    <a:cubicBezTo>
                      <a:pt x="7025" y="2649"/>
                      <a:pt x="7068" y="2441"/>
                      <a:pt x="6964" y="2291"/>
                    </a:cubicBezTo>
                    <a:cubicBezTo>
                      <a:pt x="6905" y="2193"/>
                      <a:pt x="6797" y="2140"/>
                      <a:pt x="6687" y="2140"/>
                    </a:cubicBezTo>
                    <a:close/>
                    <a:moveTo>
                      <a:pt x="23042" y="3156"/>
                    </a:moveTo>
                    <a:cubicBezTo>
                      <a:pt x="22946" y="3156"/>
                      <a:pt x="22848" y="3199"/>
                      <a:pt x="22780" y="3277"/>
                    </a:cubicBezTo>
                    <a:cubicBezTo>
                      <a:pt x="22658" y="3410"/>
                      <a:pt x="22691" y="3622"/>
                      <a:pt x="22823" y="3740"/>
                    </a:cubicBezTo>
                    <a:cubicBezTo>
                      <a:pt x="22884" y="3787"/>
                      <a:pt x="22960" y="3815"/>
                      <a:pt x="23032" y="3815"/>
                    </a:cubicBezTo>
                    <a:cubicBezTo>
                      <a:pt x="23121" y="3815"/>
                      <a:pt x="23211" y="3769"/>
                      <a:pt x="23286" y="3697"/>
                    </a:cubicBezTo>
                    <a:cubicBezTo>
                      <a:pt x="23408" y="3561"/>
                      <a:pt x="23376" y="3353"/>
                      <a:pt x="23243" y="3231"/>
                    </a:cubicBezTo>
                    <a:cubicBezTo>
                      <a:pt x="23185" y="3180"/>
                      <a:pt x="23114" y="3156"/>
                      <a:pt x="23042" y="3156"/>
                    </a:cubicBezTo>
                    <a:close/>
                    <a:moveTo>
                      <a:pt x="5284" y="3167"/>
                    </a:moveTo>
                    <a:cubicBezTo>
                      <a:pt x="5210" y="3167"/>
                      <a:pt x="5134" y="3194"/>
                      <a:pt x="5066" y="3249"/>
                    </a:cubicBezTo>
                    <a:cubicBezTo>
                      <a:pt x="4933" y="3367"/>
                      <a:pt x="4915" y="3561"/>
                      <a:pt x="5023" y="3711"/>
                    </a:cubicBezTo>
                    <a:cubicBezTo>
                      <a:pt x="5095" y="3787"/>
                      <a:pt x="5185" y="3830"/>
                      <a:pt x="5274" y="3830"/>
                    </a:cubicBezTo>
                    <a:cubicBezTo>
                      <a:pt x="5350" y="3830"/>
                      <a:pt x="5425" y="3801"/>
                      <a:pt x="5486" y="3754"/>
                    </a:cubicBezTo>
                    <a:cubicBezTo>
                      <a:pt x="5633" y="3636"/>
                      <a:pt x="5651" y="3428"/>
                      <a:pt x="5529" y="3292"/>
                    </a:cubicBezTo>
                    <a:cubicBezTo>
                      <a:pt x="5463" y="3208"/>
                      <a:pt x="5375" y="3167"/>
                      <a:pt x="5284" y="3167"/>
                    </a:cubicBezTo>
                    <a:close/>
                    <a:moveTo>
                      <a:pt x="24310" y="4356"/>
                    </a:moveTo>
                    <a:cubicBezTo>
                      <a:pt x="24228" y="4356"/>
                      <a:pt x="24145" y="4386"/>
                      <a:pt x="24079" y="4443"/>
                    </a:cubicBezTo>
                    <a:cubicBezTo>
                      <a:pt x="23946" y="4561"/>
                      <a:pt x="23946" y="4773"/>
                      <a:pt x="24065" y="4906"/>
                    </a:cubicBezTo>
                    <a:cubicBezTo>
                      <a:pt x="24140" y="4981"/>
                      <a:pt x="24230" y="5010"/>
                      <a:pt x="24305" y="5010"/>
                    </a:cubicBezTo>
                    <a:cubicBezTo>
                      <a:pt x="24395" y="5010"/>
                      <a:pt x="24466" y="4981"/>
                      <a:pt x="24527" y="4920"/>
                    </a:cubicBezTo>
                    <a:cubicBezTo>
                      <a:pt x="24664" y="4802"/>
                      <a:pt x="24678" y="4594"/>
                      <a:pt x="24542" y="4457"/>
                    </a:cubicBezTo>
                    <a:cubicBezTo>
                      <a:pt x="24481" y="4389"/>
                      <a:pt x="24396" y="4356"/>
                      <a:pt x="24310" y="4356"/>
                    </a:cubicBezTo>
                    <a:close/>
                    <a:moveTo>
                      <a:pt x="3999" y="4370"/>
                    </a:moveTo>
                    <a:cubicBezTo>
                      <a:pt x="3913" y="4370"/>
                      <a:pt x="3828" y="4404"/>
                      <a:pt x="3768" y="4472"/>
                    </a:cubicBezTo>
                    <a:cubicBezTo>
                      <a:pt x="3646" y="4608"/>
                      <a:pt x="3646" y="4816"/>
                      <a:pt x="3782" y="4935"/>
                    </a:cubicBezTo>
                    <a:cubicBezTo>
                      <a:pt x="3839" y="4996"/>
                      <a:pt x="3929" y="5024"/>
                      <a:pt x="4004" y="5024"/>
                    </a:cubicBezTo>
                    <a:cubicBezTo>
                      <a:pt x="4094" y="5024"/>
                      <a:pt x="4184" y="4981"/>
                      <a:pt x="4245" y="4920"/>
                    </a:cubicBezTo>
                    <a:cubicBezTo>
                      <a:pt x="4363" y="4787"/>
                      <a:pt x="4363" y="4576"/>
                      <a:pt x="4230" y="4457"/>
                    </a:cubicBezTo>
                    <a:cubicBezTo>
                      <a:pt x="4164" y="4400"/>
                      <a:pt x="4081" y="4370"/>
                      <a:pt x="3999" y="4370"/>
                    </a:cubicBezTo>
                    <a:close/>
                    <a:moveTo>
                      <a:pt x="25428" y="5696"/>
                    </a:moveTo>
                    <a:cubicBezTo>
                      <a:pt x="25360" y="5696"/>
                      <a:pt x="25291" y="5717"/>
                      <a:pt x="25231" y="5760"/>
                    </a:cubicBezTo>
                    <a:cubicBezTo>
                      <a:pt x="25080" y="5864"/>
                      <a:pt x="25051" y="6072"/>
                      <a:pt x="25155" y="6222"/>
                    </a:cubicBezTo>
                    <a:cubicBezTo>
                      <a:pt x="25231" y="6312"/>
                      <a:pt x="25320" y="6355"/>
                      <a:pt x="25424" y="6355"/>
                    </a:cubicBezTo>
                    <a:cubicBezTo>
                      <a:pt x="25500" y="6355"/>
                      <a:pt x="25561" y="6341"/>
                      <a:pt x="25618" y="6298"/>
                    </a:cubicBezTo>
                    <a:cubicBezTo>
                      <a:pt x="25769" y="6190"/>
                      <a:pt x="25797" y="5982"/>
                      <a:pt x="25693" y="5831"/>
                    </a:cubicBezTo>
                    <a:cubicBezTo>
                      <a:pt x="25631" y="5743"/>
                      <a:pt x="25531" y="5696"/>
                      <a:pt x="25428" y="5696"/>
                    </a:cubicBezTo>
                    <a:close/>
                    <a:moveTo>
                      <a:pt x="2887" y="5712"/>
                    </a:moveTo>
                    <a:cubicBezTo>
                      <a:pt x="2788" y="5712"/>
                      <a:pt x="2693" y="5759"/>
                      <a:pt x="2630" y="5849"/>
                    </a:cubicBezTo>
                    <a:cubicBezTo>
                      <a:pt x="2512" y="5996"/>
                      <a:pt x="2555" y="6208"/>
                      <a:pt x="2691" y="6312"/>
                    </a:cubicBezTo>
                    <a:cubicBezTo>
                      <a:pt x="2749" y="6341"/>
                      <a:pt x="2824" y="6370"/>
                      <a:pt x="2885" y="6370"/>
                    </a:cubicBezTo>
                    <a:cubicBezTo>
                      <a:pt x="2989" y="6370"/>
                      <a:pt x="3093" y="6326"/>
                      <a:pt x="3154" y="6237"/>
                    </a:cubicBezTo>
                    <a:cubicBezTo>
                      <a:pt x="3258" y="6086"/>
                      <a:pt x="3229" y="5878"/>
                      <a:pt x="3079" y="5774"/>
                    </a:cubicBezTo>
                    <a:cubicBezTo>
                      <a:pt x="3019" y="5733"/>
                      <a:pt x="2952" y="5712"/>
                      <a:pt x="2887" y="5712"/>
                    </a:cubicBezTo>
                    <a:close/>
                    <a:moveTo>
                      <a:pt x="26377" y="7177"/>
                    </a:moveTo>
                    <a:cubicBezTo>
                      <a:pt x="26319" y="7177"/>
                      <a:pt x="26259" y="7193"/>
                      <a:pt x="26203" y="7223"/>
                    </a:cubicBezTo>
                    <a:cubicBezTo>
                      <a:pt x="26052" y="7299"/>
                      <a:pt x="25991" y="7507"/>
                      <a:pt x="26081" y="7657"/>
                    </a:cubicBezTo>
                    <a:cubicBezTo>
                      <a:pt x="26142" y="7761"/>
                      <a:pt x="26246" y="7837"/>
                      <a:pt x="26368" y="7837"/>
                    </a:cubicBezTo>
                    <a:cubicBezTo>
                      <a:pt x="26425" y="7837"/>
                      <a:pt x="26472" y="7822"/>
                      <a:pt x="26529" y="7790"/>
                    </a:cubicBezTo>
                    <a:cubicBezTo>
                      <a:pt x="26680" y="7700"/>
                      <a:pt x="26741" y="7507"/>
                      <a:pt x="26651" y="7342"/>
                    </a:cubicBezTo>
                    <a:cubicBezTo>
                      <a:pt x="26592" y="7233"/>
                      <a:pt x="26488" y="7177"/>
                      <a:pt x="26377" y="7177"/>
                    </a:cubicBezTo>
                    <a:close/>
                    <a:moveTo>
                      <a:pt x="1944" y="7196"/>
                    </a:moveTo>
                    <a:cubicBezTo>
                      <a:pt x="1828" y="7196"/>
                      <a:pt x="1719" y="7256"/>
                      <a:pt x="1658" y="7356"/>
                    </a:cubicBezTo>
                    <a:cubicBezTo>
                      <a:pt x="1568" y="7521"/>
                      <a:pt x="1629" y="7715"/>
                      <a:pt x="1794" y="7804"/>
                    </a:cubicBezTo>
                    <a:cubicBezTo>
                      <a:pt x="1838" y="7837"/>
                      <a:pt x="1898" y="7851"/>
                      <a:pt x="1942" y="7851"/>
                    </a:cubicBezTo>
                    <a:cubicBezTo>
                      <a:pt x="2064" y="7851"/>
                      <a:pt x="2182" y="7790"/>
                      <a:pt x="2243" y="7672"/>
                    </a:cubicBezTo>
                    <a:cubicBezTo>
                      <a:pt x="2333" y="7521"/>
                      <a:pt x="2272" y="7313"/>
                      <a:pt x="2107" y="7238"/>
                    </a:cubicBezTo>
                    <a:cubicBezTo>
                      <a:pt x="2054" y="7209"/>
                      <a:pt x="1998" y="7196"/>
                      <a:pt x="1944" y="7196"/>
                    </a:cubicBezTo>
                    <a:close/>
                    <a:moveTo>
                      <a:pt x="27110" y="8757"/>
                    </a:moveTo>
                    <a:cubicBezTo>
                      <a:pt x="27072" y="8757"/>
                      <a:pt x="27033" y="8763"/>
                      <a:pt x="26996" y="8777"/>
                    </a:cubicBezTo>
                    <a:cubicBezTo>
                      <a:pt x="26831" y="8852"/>
                      <a:pt x="26741" y="9031"/>
                      <a:pt x="26816" y="9196"/>
                    </a:cubicBezTo>
                    <a:cubicBezTo>
                      <a:pt x="26859" y="9329"/>
                      <a:pt x="26978" y="9404"/>
                      <a:pt x="27114" y="9404"/>
                    </a:cubicBezTo>
                    <a:cubicBezTo>
                      <a:pt x="27157" y="9404"/>
                      <a:pt x="27204" y="9404"/>
                      <a:pt x="27232" y="9390"/>
                    </a:cubicBezTo>
                    <a:cubicBezTo>
                      <a:pt x="27397" y="9315"/>
                      <a:pt x="27487" y="9121"/>
                      <a:pt x="27412" y="8956"/>
                    </a:cubicBezTo>
                    <a:cubicBezTo>
                      <a:pt x="27367" y="8829"/>
                      <a:pt x="27240" y="8757"/>
                      <a:pt x="27110" y="8757"/>
                    </a:cubicBezTo>
                    <a:close/>
                    <a:moveTo>
                      <a:pt x="1210" y="8772"/>
                    </a:moveTo>
                    <a:cubicBezTo>
                      <a:pt x="1075" y="8772"/>
                      <a:pt x="953" y="8849"/>
                      <a:pt x="898" y="8988"/>
                    </a:cubicBezTo>
                    <a:cubicBezTo>
                      <a:pt x="837" y="9150"/>
                      <a:pt x="912" y="9347"/>
                      <a:pt x="1091" y="9404"/>
                    </a:cubicBezTo>
                    <a:cubicBezTo>
                      <a:pt x="1120" y="9419"/>
                      <a:pt x="1167" y="9437"/>
                      <a:pt x="1195" y="9437"/>
                    </a:cubicBezTo>
                    <a:cubicBezTo>
                      <a:pt x="1328" y="9437"/>
                      <a:pt x="1464" y="9347"/>
                      <a:pt x="1507" y="9225"/>
                    </a:cubicBezTo>
                    <a:cubicBezTo>
                      <a:pt x="1568" y="9060"/>
                      <a:pt x="1493" y="8866"/>
                      <a:pt x="1328" y="8791"/>
                    </a:cubicBezTo>
                    <a:cubicBezTo>
                      <a:pt x="1288" y="8778"/>
                      <a:pt x="1249" y="8772"/>
                      <a:pt x="1210" y="8772"/>
                    </a:cubicBezTo>
                    <a:close/>
                    <a:moveTo>
                      <a:pt x="27681" y="10420"/>
                    </a:moveTo>
                    <a:cubicBezTo>
                      <a:pt x="27647" y="10420"/>
                      <a:pt x="27612" y="10426"/>
                      <a:pt x="27577" y="10438"/>
                    </a:cubicBezTo>
                    <a:cubicBezTo>
                      <a:pt x="27397" y="10466"/>
                      <a:pt x="27293" y="10646"/>
                      <a:pt x="27336" y="10825"/>
                    </a:cubicBezTo>
                    <a:cubicBezTo>
                      <a:pt x="27383" y="10976"/>
                      <a:pt x="27516" y="11065"/>
                      <a:pt x="27652" y="11065"/>
                    </a:cubicBezTo>
                    <a:lnTo>
                      <a:pt x="27742" y="11065"/>
                    </a:lnTo>
                    <a:cubicBezTo>
                      <a:pt x="27907" y="11019"/>
                      <a:pt x="28011" y="10839"/>
                      <a:pt x="27964" y="10660"/>
                    </a:cubicBezTo>
                    <a:cubicBezTo>
                      <a:pt x="27941" y="10516"/>
                      <a:pt x="27820" y="10420"/>
                      <a:pt x="27681" y="10420"/>
                    </a:cubicBezTo>
                    <a:close/>
                    <a:moveTo>
                      <a:pt x="663" y="10441"/>
                    </a:moveTo>
                    <a:cubicBezTo>
                      <a:pt x="514" y="10441"/>
                      <a:pt x="381" y="10541"/>
                      <a:pt x="342" y="10692"/>
                    </a:cubicBezTo>
                    <a:cubicBezTo>
                      <a:pt x="299" y="10854"/>
                      <a:pt x="403" y="11033"/>
                      <a:pt x="582" y="11080"/>
                    </a:cubicBezTo>
                    <a:cubicBezTo>
                      <a:pt x="611" y="11094"/>
                      <a:pt x="643" y="11094"/>
                      <a:pt x="657" y="11094"/>
                    </a:cubicBezTo>
                    <a:cubicBezTo>
                      <a:pt x="808" y="11094"/>
                      <a:pt x="941" y="10990"/>
                      <a:pt x="987" y="10854"/>
                    </a:cubicBezTo>
                    <a:cubicBezTo>
                      <a:pt x="1030" y="10674"/>
                      <a:pt x="912" y="10495"/>
                      <a:pt x="747" y="10452"/>
                    </a:cubicBezTo>
                    <a:cubicBezTo>
                      <a:pt x="719" y="10445"/>
                      <a:pt x="690" y="10441"/>
                      <a:pt x="663" y="10441"/>
                    </a:cubicBezTo>
                    <a:close/>
                    <a:moveTo>
                      <a:pt x="27999" y="12137"/>
                    </a:moveTo>
                    <a:cubicBezTo>
                      <a:pt x="27983" y="12137"/>
                      <a:pt x="27966" y="12138"/>
                      <a:pt x="27950" y="12142"/>
                    </a:cubicBezTo>
                    <a:cubicBezTo>
                      <a:pt x="27770" y="12156"/>
                      <a:pt x="27638" y="12321"/>
                      <a:pt x="27666" y="12500"/>
                    </a:cubicBezTo>
                    <a:cubicBezTo>
                      <a:pt x="27681" y="12665"/>
                      <a:pt x="27817" y="12784"/>
                      <a:pt x="27982" y="12784"/>
                    </a:cubicBezTo>
                    <a:lnTo>
                      <a:pt x="28025" y="12784"/>
                    </a:lnTo>
                    <a:cubicBezTo>
                      <a:pt x="28204" y="12769"/>
                      <a:pt x="28323" y="12604"/>
                      <a:pt x="28309" y="12425"/>
                    </a:cubicBezTo>
                    <a:cubicBezTo>
                      <a:pt x="28283" y="12263"/>
                      <a:pt x="28146" y="12137"/>
                      <a:pt x="27999" y="12137"/>
                    </a:cubicBezTo>
                    <a:close/>
                    <a:moveTo>
                      <a:pt x="344" y="12155"/>
                    </a:moveTo>
                    <a:cubicBezTo>
                      <a:pt x="177" y="12155"/>
                      <a:pt x="29" y="12270"/>
                      <a:pt x="15" y="12439"/>
                    </a:cubicBezTo>
                    <a:cubicBezTo>
                      <a:pt x="1" y="12619"/>
                      <a:pt x="119" y="12784"/>
                      <a:pt x="299" y="12812"/>
                    </a:cubicBezTo>
                    <a:lnTo>
                      <a:pt x="342" y="12812"/>
                    </a:lnTo>
                    <a:cubicBezTo>
                      <a:pt x="492" y="12812"/>
                      <a:pt x="643" y="12694"/>
                      <a:pt x="657" y="12529"/>
                    </a:cubicBezTo>
                    <a:cubicBezTo>
                      <a:pt x="686" y="12350"/>
                      <a:pt x="553" y="12185"/>
                      <a:pt x="374" y="12156"/>
                    </a:cubicBezTo>
                    <a:cubicBezTo>
                      <a:pt x="364" y="12155"/>
                      <a:pt x="354" y="12155"/>
                      <a:pt x="344" y="12155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717;p53">
                <a:extLst>
                  <a:ext uri="{FF2B5EF4-FFF2-40B4-BE49-F238E27FC236}">
                    <a16:creationId xmlns:a16="http://schemas.microsoft.com/office/drawing/2014/main" id="{20D4D025-39B0-505F-C7A5-D01FFB7C4430}"/>
                  </a:ext>
                </a:extLst>
              </p:cNvPr>
              <p:cNvSpPr/>
              <p:nvPr/>
            </p:nvSpPr>
            <p:spPr>
              <a:xfrm>
                <a:off x="5059404" y="2933034"/>
                <a:ext cx="10358" cy="10358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61" extrusionOk="0">
                    <a:moveTo>
                      <a:pt x="332" y="1"/>
                    </a:moveTo>
                    <a:cubicBezTo>
                      <a:pt x="285" y="1"/>
                      <a:pt x="238" y="11"/>
                      <a:pt x="194" y="33"/>
                    </a:cubicBezTo>
                    <a:cubicBezTo>
                      <a:pt x="165" y="48"/>
                      <a:pt x="122" y="62"/>
                      <a:pt x="90" y="91"/>
                    </a:cubicBezTo>
                    <a:cubicBezTo>
                      <a:pt x="33" y="166"/>
                      <a:pt x="0" y="241"/>
                      <a:pt x="0" y="331"/>
                    </a:cubicBezTo>
                    <a:cubicBezTo>
                      <a:pt x="0" y="421"/>
                      <a:pt x="33" y="496"/>
                      <a:pt x="90" y="557"/>
                    </a:cubicBezTo>
                    <a:cubicBezTo>
                      <a:pt x="122" y="586"/>
                      <a:pt x="165" y="614"/>
                      <a:pt x="194" y="629"/>
                    </a:cubicBezTo>
                    <a:cubicBezTo>
                      <a:pt x="241" y="647"/>
                      <a:pt x="284" y="661"/>
                      <a:pt x="330" y="661"/>
                    </a:cubicBezTo>
                    <a:cubicBezTo>
                      <a:pt x="374" y="661"/>
                      <a:pt x="406" y="647"/>
                      <a:pt x="449" y="629"/>
                    </a:cubicBezTo>
                    <a:cubicBezTo>
                      <a:pt x="495" y="614"/>
                      <a:pt x="524" y="586"/>
                      <a:pt x="553" y="557"/>
                    </a:cubicBezTo>
                    <a:cubicBezTo>
                      <a:pt x="614" y="496"/>
                      <a:pt x="661" y="421"/>
                      <a:pt x="661" y="331"/>
                    </a:cubicBezTo>
                    <a:cubicBezTo>
                      <a:pt x="661" y="241"/>
                      <a:pt x="614" y="166"/>
                      <a:pt x="553" y="91"/>
                    </a:cubicBezTo>
                    <a:cubicBezTo>
                      <a:pt x="496" y="33"/>
                      <a:pt x="415" y="1"/>
                      <a:pt x="332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718;p53">
                <a:extLst>
                  <a:ext uri="{FF2B5EF4-FFF2-40B4-BE49-F238E27FC236}">
                    <a16:creationId xmlns:a16="http://schemas.microsoft.com/office/drawing/2014/main" id="{7607A0CA-9567-E04C-80CF-20832F75CF98}"/>
                  </a:ext>
                </a:extLst>
              </p:cNvPr>
              <p:cNvSpPr/>
              <p:nvPr/>
            </p:nvSpPr>
            <p:spPr>
              <a:xfrm>
                <a:off x="4687210" y="2933034"/>
                <a:ext cx="10358" cy="10358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61" extrusionOk="0">
                    <a:moveTo>
                      <a:pt x="323" y="1"/>
                    </a:moveTo>
                    <a:cubicBezTo>
                      <a:pt x="240" y="1"/>
                      <a:pt x="166" y="33"/>
                      <a:pt x="108" y="91"/>
                    </a:cubicBezTo>
                    <a:cubicBezTo>
                      <a:pt x="47" y="166"/>
                      <a:pt x="1" y="241"/>
                      <a:pt x="1" y="331"/>
                    </a:cubicBezTo>
                    <a:cubicBezTo>
                      <a:pt x="1" y="345"/>
                      <a:pt x="1" y="378"/>
                      <a:pt x="19" y="392"/>
                    </a:cubicBezTo>
                    <a:cubicBezTo>
                      <a:pt x="19" y="421"/>
                      <a:pt x="19" y="435"/>
                      <a:pt x="33" y="449"/>
                    </a:cubicBezTo>
                    <a:cubicBezTo>
                      <a:pt x="47" y="482"/>
                      <a:pt x="47" y="496"/>
                      <a:pt x="62" y="510"/>
                    </a:cubicBezTo>
                    <a:lnTo>
                      <a:pt x="108" y="557"/>
                    </a:lnTo>
                    <a:lnTo>
                      <a:pt x="151" y="600"/>
                    </a:lnTo>
                    <a:cubicBezTo>
                      <a:pt x="166" y="614"/>
                      <a:pt x="180" y="629"/>
                      <a:pt x="212" y="629"/>
                    </a:cubicBezTo>
                    <a:cubicBezTo>
                      <a:pt x="227" y="647"/>
                      <a:pt x="255" y="647"/>
                      <a:pt x="270" y="647"/>
                    </a:cubicBezTo>
                    <a:cubicBezTo>
                      <a:pt x="288" y="661"/>
                      <a:pt x="316" y="661"/>
                      <a:pt x="331" y="661"/>
                    </a:cubicBezTo>
                    <a:cubicBezTo>
                      <a:pt x="420" y="661"/>
                      <a:pt x="510" y="614"/>
                      <a:pt x="571" y="557"/>
                    </a:cubicBezTo>
                    <a:cubicBezTo>
                      <a:pt x="628" y="496"/>
                      <a:pt x="661" y="421"/>
                      <a:pt x="661" y="331"/>
                    </a:cubicBezTo>
                    <a:cubicBezTo>
                      <a:pt x="661" y="288"/>
                      <a:pt x="646" y="241"/>
                      <a:pt x="628" y="198"/>
                    </a:cubicBezTo>
                    <a:cubicBezTo>
                      <a:pt x="614" y="166"/>
                      <a:pt x="600" y="123"/>
                      <a:pt x="571" y="91"/>
                    </a:cubicBezTo>
                    <a:cubicBezTo>
                      <a:pt x="539" y="62"/>
                      <a:pt x="496" y="48"/>
                      <a:pt x="467" y="33"/>
                    </a:cubicBezTo>
                    <a:cubicBezTo>
                      <a:pt x="418" y="11"/>
                      <a:pt x="369" y="1"/>
                      <a:pt x="323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719;p53">
                <a:extLst>
                  <a:ext uri="{FF2B5EF4-FFF2-40B4-BE49-F238E27FC236}">
                    <a16:creationId xmlns:a16="http://schemas.microsoft.com/office/drawing/2014/main" id="{F138F82E-452D-B48E-93B3-7B5326B91A7A}"/>
                  </a:ext>
                </a:extLst>
              </p:cNvPr>
              <p:cNvSpPr/>
              <p:nvPr/>
            </p:nvSpPr>
            <p:spPr>
              <a:xfrm>
                <a:off x="4689122" y="2779405"/>
                <a:ext cx="314089" cy="137301"/>
              </a:xfrm>
              <a:custGeom>
                <a:avLst/>
                <a:gdLst/>
                <a:ahLst/>
                <a:cxnLst/>
                <a:rect l="l" t="t" r="r" b="b"/>
                <a:pathLst>
                  <a:path w="20044" h="8762" extrusionOk="0">
                    <a:moveTo>
                      <a:pt x="10013" y="1"/>
                    </a:moveTo>
                    <a:cubicBezTo>
                      <a:pt x="9833" y="1"/>
                      <a:pt x="9686" y="151"/>
                      <a:pt x="9686" y="331"/>
                    </a:cubicBezTo>
                    <a:cubicBezTo>
                      <a:pt x="9686" y="510"/>
                      <a:pt x="9833" y="643"/>
                      <a:pt x="10013" y="643"/>
                    </a:cubicBezTo>
                    <a:cubicBezTo>
                      <a:pt x="10192" y="643"/>
                      <a:pt x="10343" y="510"/>
                      <a:pt x="10343" y="331"/>
                    </a:cubicBezTo>
                    <a:cubicBezTo>
                      <a:pt x="10343" y="137"/>
                      <a:pt x="10192" y="1"/>
                      <a:pt x="10013" y="1"/>
                    </a:cubicBezTo>
                    <a:close/>
                    <a:moveTo>
                      <a:pt x="8310" y="146"/>
                    </a:moveTo>
                    <a:cubicBezTo>
                      <a:pt x="8290" y="146"/>
                      <a:pt x="8271" y="148"/>
                      <a:pt x="8251" y="151"/>
                    </a:cubicBezTo>
                    <a:cubicBezTo>
                      <a:pt x="8072" y="180"/>
                      <a:pt x="7968" y="345"/>
                      <a:pt x="7997" y="524"/>
                    </a:cubicBezTo>
                    <a:cubicBezTo>
                      <a:pt x="8011" y="689"/>
                      <a:pt x="8162" y="794"/>
                      <a:pt x="8309" y="794"/>
                    </a:cubicBezTo>
                    <a:lnTo>
                      <a:pt x="8370" y="794"/>
                    </a:lnTo>
                    <a:cubicBezTo>
                      <a:pt x="8549" y="765"/>
                      <a:pt x="8668" y="600"/>
                      <a:pt x="8639" y="420"/>
                    </a:cubicBezTo>
                    <a:cubicBezTo>
                      <a:pt x="8613" y="261"/>
                      <a:pt x="8468" y="146"/>
                      <a:pt x="8310" y="146"/>
                    </a:cubicBezTo>
                    <a:close/>
                    <a:moveTo>
                      <a:pt x="11719" y="146"/>
                    </a:moveTo>
                    <a:cubicBezTo>
                      <a:pt x="11561" y="146"/>
                      <a:pt x="11418" y="259"/>
                      <a:pt x="11405" y="406"/>
                    </a:cubicBezTo>
                    <a:cubicBezTo>
                      <a:pt x="11358" y="600"/>
                      <a:pt x="11480" y="765"/>
                      <a:pt x="11659" y="794"/>
                    </a:cubicBezTo>
                    <a:lnTo>
                      <a:pt x="11717" y="794"/>
                    </a:lnTo>
                    <a:cubicBezTo>
                      <a:pt x="11868" y="794"/>
                      <a:pt x="12018" y="689"/>
                      <a:pt x="12047" y="524"/>
                    </a:cubicBezTo>
                    <a:cubicBezTo>
                      <a:pt x="12076" y="345"/>
                      <a:pt x="11957" y="180"/>
                      <a:pt x="11778" y="151"/>
                    </a:cubicBezTo>
                    <a:cubicBezTo>
                      <a:pt x="11758" y="148"/>
                      <a:pt x="11739" y="146"/>
                      <a:pt x="11719" y="146"/>
                    </a:cubicBezTo>
                    <a:close/>
                    <a:moveTo>
                      <a:pt x="6676" y="587"/>
                    </a:moveTo>
                    <a:cubicBezTo>
                      <a:pt x="6634" y="587"/>
                      <a:pt x="6591" y="596"/>
                      <a:pt x="6547" y="614"/>
                    </a:cubicBezTo>
                    <a:cubicBezTo>
                      <a:pt x="6382" y="675"/>
                      <a:pt x="6293" y="855"/>
                      <a:pt x="6354" y="1034"/>
                    </a:cubicBezTo>
                    <a:cubicBezTo>
                      <a:pt x="6397" y="1152"/>
                      <a:pt x="6533" y="1242"/>
                      <a:pt x="6666" y="1242"/>
                    </a:cubicBezTo>
                    <a:cubicBezTo>
                      <a:pt x="6695" y="1242"/>
                      <a:pt x="6741" y="1228"/>
                      <a:pt x="6770" y="1228"/>
                    </a:cubicBezTo>
                    <a:cubicBezTo>
                      <a:pt x="6935" y="1152"/>
                      <a:pt x="7025" y="973"/>
                      <a:pt x="6964" y="808"/>
                    </a:cubicBezTo>
                    <a:cubicBezTo>
                      <a:pt x="6920" y="672"/>
                      <a:pt x="6806" y="587"/>
                      <a:pt x="6676" y="587"/>
                    </a:cubicBezTo>
                    <a:close/>
                    <a:moveTo>
                      <a:pt x="13374" y="581"/>
                    </a:moveTo>
                    <a:cubicBezTo>
                      <a:pt x="13240" y="581"/>
                      <a:pt x="13110" y="664"/>
                      <a:pt x="13062" y="794"/>
                    </a:cubicBezTo>
                    <a:cubicBezTo>
                      <a:pt x="13005" y="973"/>
                      <a:pt x="13094" y="1152"/>
                      <a:pt x="13259" y="1213"/>
                    </a:cubicBezTo>
                    <a:cubicBezTo>
                      <a:pt x="13288" y="1228"/>
                      <a:pt x="13331" y="1242"/>
                      <a:pt x="13363" y="1242"/>
                    </a:cubicBezTo>
                    <a:cubicBezTo>
                      <a:pt x="13496" y="1242"/>
                      <a:pt x="13632" y="1152"/>
                      <a:pt x="13676" y="1016"/>
                    </a:cubicBezTo>
                    <a:cubicBezTo>
                      <a:pt x="13737" y="855"/>
                      <a:pt x="13647" y="657"/>
                      <a:pt x="13482" y="600"/>
                    </a:cubicBezTo>
                    <a:cubicBezTo>
                      <a:pt x="13447" y="587"/>
                      <a:pt x="13410" y="581"/>
                      <a:pt x="13374" y="581"/>
                    </a:cubicBezTo>
                    <a:close/>
                    <a:moveTo>
                      <a:pt x="5105" y="1311"/>
                    </a:moveTo>
                    <a:cubicBezTo>
                      <a:pt x="5053" y="1311"/>
                      <a:pt x="4999" y="1323"/>
                      <a:pt x="4948" y="1346"/>
                    </a:cubicBezTo>
                    <a:cubicBezTo>
                      <a:pt x="4797" y="1450"/>
                      <a:pt x="4739" y="1644"/>
                      <a:pt x="4829" y="1794"/>
                    </a:cubicBezTo>
                    <a:cubicBezTo>
                      <a:pt x="4887" y="1898"/>
                      <a:pt x="5009" y="1959"/>
                      <a:pt x="5113" y="1959"/>
                    </a:cubicBezTo>
                    <a:cubicBezTo>
                      <a:pt x="5170" y="1959"/>
                      <a:pt x="5231" y="1959"/>
                      <a:pt x="5278" y="1931"/>
                    </a:cubicBezTo>
                    <a:cubicBezTo>
                      <a:pt x="5425" y="1823"/>
                      <a:pt x="5486" y="1629"/>
                      <a:pt x="5396" y="1482"/>
                    </a:cubicBezTo>
                    <a:cubicBezTo>
                      <a:pt x="5334" y="1368"/>
                      <a:pt x="5223" y="1311"/>
                      <a:pt x="5105" y="1311"/>
                    </a:cubicBezTo>
                    <a:close/>
                    <a:moveTo>
                      <a:pt x="14926" y="1304"/>
                    </a:moveTo>
                    <a:cubicBezTo>
                      <a:pt x="14810" y="1304"/>
                      <a:pt x="14694" y="1364"/>
                      <a:pt x="14633" y="1464"/>
                    </a:cubicBezTo>
                    <a:cubicBezTo>
                      <a:pt x="14544" y="1615"/>
                      <a:pt x="14605" y="1823"/>
                      <a:pt x="14752" y="1913"/>
                    </a:cubicBezTo>
                    <a:cubicBezTo>
                      <a:pt x="14813" y="1945"/>
                      <a:pt x="14856" y="1959"/>
                      <a:pt x="14917" y="1959"/>
                    </a:cubicBezTo>
                    <a:cubicBezTo>
                      <a:pt x="15035" y="1959"/>
                      <a:pt x="15143" y="1898"/>
                      <a:pt x="15200" y="1794"/>
                    </a:cubicBezTo>
                    <a:cubicBezTo>
                      <a:pt x="15290" y="1644"/>
                      <a:pt x="15247" y="1436"/>
                      <a:pt x="15082" y="1346"/>
                    </a:cubicBezTo>
                    <a:cubicBezTo>
                      <a:pt x="15034" y="1317"/>
                      <a:pt x="14980" y="1304"/>
                      <a:pt x="14926" y="1304"/>
                    </a:cubicBezTo>
                    <a:close/>
                    <a:moveTo>
                      <a:pt x="16323" y="2282"/>
                    </a:moveTo>
                    <a:cubicBezTo>
                      <a:pt x="16229" y="2282"/>
                      <a:pt x="16134" y="2324"/>
                      <a:pt x="16068" y="2408"/>
                    </a:cubicBezTo>
                    <a:cubicBezTo>
                      <a:pt x="15950" y="2541"/>
                      <a:pt x="15979" y="2752"/>
                      <a:pt x="16111" y="2856"/>
                    </a:cubicBezTo>
                    <a:cubicBezTo>
                      <a:pt x="16172" y="2917"/>
                      <a:pt x="16248" y="2932"/>
                      <a:pt x="16323" y="2932"/>
                    </a:cubicBezTo>
                    <a:cubicBezTo>
                      <a:pt x="16413" y="2932"/>
                      <a:pt x="16502" y="2899"/>
                      <a:pt x="16578" y="2828"/>
                    </a:cubicBezTo>
                    <a:cubicBezTo>
                      <a:pt x="16696" y="2677"/>
                      <a:pt x="16667" y="2483"/>
                      <a:pt x="16531" y="2361"/>
                    </a:cubicBezTo>
                    <a:cubicBezTo>
                      <a:pt x="16472" y="2309"/>
                      <a:pt x="16398" y="2282"/>
                      <a:pt x="16323" y="2282"/>
                    </a:cubicBezTo>
                    <a:close/>
                    <a:moveTo>
                      <a:pt x="3725" y="2296"/>
                    </a:moveTo>
                    <a:cubicBezTo>
                      <a:pt x="3647" y="2296"/>
                      <a:pt x="3566" y="2323"/>
                      <a:pt x="3498" y="2379"/>
                    </a:cubicBezTo>
                    <a:lnTo>
                      <a:pt x="3513" y="2379"/>
                    </a:lnTo>
                    <a:cubicBezTo>
                      <a:pt x="3362" y="2483"/>
                      <a:pt x="3348" y="2691"/>
                      <a:pt x="3466" y="2828"/>
                    </a:cubicBezTo>
                    <a:cubicBezTo>
                      <a:pt x="3527" y="2899"/>
                      <a:pt x="3617" y="2946"/>
                      <a:pt x="3721" y="2946"/>
                    </a:cubicBezTo>
                    <a:cubicBezTo>
                      <a:pt x="3782" y="2946"/>
                      <a:pt x="3857" y="2917"/>
                      <a:pt x="3932" y="2871"/>
                    </a:cubicBezTo>
                    <a:cubicBezTo>
                      <a:pt x="4065" y="2752"/>
                      <a:pt x="4079" y="2541"/>
                      <a:pt x="3961" y="2408"/>
                    </a:cubicBezTo>
                    <a:cubicBezTo>
                      <a:pt x="3905" y="2334"/>
                      <a:pt x="3817" y="2296"/>
                      <a:pt x="3725" y="2296"/>
                    </a:cubicBezTo>
                    <a:close/>
                    <a:moveTo>
                      <a:pt x="17539" y="3493"/>
                    </a:moveTo>
                    <a:cubicBezTo>
                      <a:pt x="17462" y="3493"/>
                      <a:pt x="17385" y="3520"/>
                      <a:pt x="17324" y="3574"/>
                    </a:cubicBezTo>
                    <a:cubicBezTo>
                      <a:pt x="17188" y="3678"/>
                      <a:pt x="17159" y="3886"/>
                      <a:pt x="17277" y="4022"/>
                    </a:cubicBezTo>
                    <a:cubicBezTo>
                      <a:pt x="17353" y="4112"/>
                      <a:pt x="17442" y="4141"/>
                      <a:pt x="17532" y="4141"/>
                    </a:cubicBezTo>
                    <a:cubicBezTo>
                      <a:pt x="17607" y="4141"/>
                      <a:pt x="17683" y="4126"/>
                      <a:pt x="17744" y="4065"/>
                    </a:cubicBezTo>
                    <a:cubicBezTo>
                      <a:pt x="17876" y="3947"/>
                      <a:pt x="17891" y="3739"/>
                      <a:pt x="17787" y="3602"/>
                    </a:cubicBezTo>
                    <a:cubicBezTo>
                      <a:pt x="17722" y="3530"/>
                      <a:pt x="17631" y="3493"/>
                      <a:pt x="17539" y="3493"/>
                    </a:cubicBezTo>
                    <a:close/>
                    <a:moveTo>
                      <a:pt x="2506" y="3505"/>
                    </a:moveTo>
                    <a:cubicBezTo>
                      <a:pt x="2413" y="3505"/>
                      <a:pt x="2323" y="3542"/>
                      <a:pt x="2257" y="3617"/>
                    </a:cubicBezTo>
                    <a:cubicBezTo>
                      <a:pt x="2139" y="3753"/>
                      <a:pt x="2153" y="3961"/>
                      <a:pt x="2300" y="4083"/>
                    </a:cubicBezTo>
                    <a:cubicBezTo>
                      <a:pt x="2361" y="4126"/>
                      <a:pt x="2436" y="4155"/>
                      <a:pt x="2512" y="4155"/>
                    </a:cubicBezTo>
                    <a:cubicBezTo>
                      <a:pt x="2601" y="4155"/>
                      <a:pt x="2691" y="4112"/>
                      <a:pt x="2748" y="4036"/>
                    </a:cubicBezTo>
                    <a:cubicBezTo>
                      <a:pt x="2870" y="3904"/>
                      <a:pt x="2856" y="3692"/>
                      <a:pt x="2720" y="3574"/>
                    </a:cubicBezTo>
                    <a:cubicBezTo>
                      <a:pt x="2654" y="3528"/>
                      <a:pt x="2579" y="3505"/>
                      <a:pt x="2506" y="3505"/>
                    </a:cubicBezTo>
                    <a:close/>
                    <a:moveTo>
                      <a:pt x="18519" y="4888"/>
                    </a:moveTo>
                    <a:cubicBezTo>
                      <a:pt x="18462" y="4888"/>
                      <a:pt x="18404" y="4903"/>
                      <a:pt x="18353" y="4933"/>
                    </a:cubicBezTo>
                    <a:cubicBezTo>
                      <a:pt x="18192" y="5023"/>
                      <a:pt x="18145" y="5217"/>
                      <a:pt x="18235" y="5382"/>
                    </a:cubicBezTo>
                    <a:cubicBezTo>
                      <a:pt x="18296" y="5486"/>
                      <a:pt x="18400" y="5547"/>
                      <a:pt x="18518" y="5547"/>
                    </a:cubicBezTo>
                    <a:cubicBezTo>
                      <a:pt x="18565" y="5547"/>
                      <a:pt x="18622" y="5532"/>
                      <a:pt x="18683" y="5500"/>
                    </a:cubicBezTo>
                    <a:cubicBezTo>
                      <a:pt x="18834" y="5410"/>
                      <a:pt x="18892" y="5202"/>
                      <a:pt x="18802" y="5052"/>
                    </a:cubicBezTo>
                    <a:cubicBezTo>
                      <a:pt x="18742" y="4945"/>
                      <a:pt x="18631" y="4888"/>
                      <a:pt x="18519" y="4888"/>
                    </a:cubicBezTo>
                    <a:close/>
                    <a:moveTo>
                      <a:pt x="1519" y="4903"/>
                    </a:moveTo>
                    <a:cubicBezTo>
                      <a:pt x="1407" y="4903"/>
                      <a:pt x="1301" y="4960"/>
                      <a:pt x="1242" y="5070"/>
                    </a:cubicBezTo>
                    <a:cubicBezTo>
                      <a:pt x="1152" y="5217"/>
                      <a:pt x="1210" y="5428"/>
                      <a:pt x="1360" y="5518"/>
                    </a:cubicBezTo>
                    <a:cubicBezTo>
                      <a:pt x="1421" y="5547"/>
                      <a:pt x="1464" y="5561"/>
                      <a:pt x="1525" y="5561"/>
                    </a:cubicBezTo>
                    <a:cubicBezTo>
                      <a:pt x="1629" y="5561"/>
                      <a:pt x="1748" y="5500"/>
                      <a:pt x="1809" y="5396"/>
                    </a:cubicBezTo>
                    <a:cubicBezTo>
                      <a:pt x="1898" y="5231"/>
                      <a:pt x="1837" y="5037"/>
                      <a:pt x="1690" y="4948"/>
                    </a:cubicBezTo>
                    <a:cubicBezTo>
                      <a:pt x="1635" y="4918"/>
                      <a:pt x="1576" y="4903"/>
                      <a:pt x="1519" y="4903"/>
                    </a:cubicBezTo>
                    <a:close/>
                    <a:moveTo>
                      <a:pt x="19240" y="6439"/>
                    </a:moveTo>
                    <a:cubicBezTo>
                      <a:pt x="19204" y="6439"/>
                      <a:pt x="19167" y="6445"/>
                      <a:pt x="19132" y="6458"/>
                    </a:cubicBezTo>
                    <a:cubicBezTo>
                      <a:pt x="18953" y="6519"/>
                      <a:pt x="18863" y="6713"/>
                      <a:pt x="18938" y="6878"/>
                    </a:cubicBezTo>
                    <a:cubicBezTo>
                      <a:pt x="18981" y="7010"/>
                      <a:pt x="19103" y="7086"/>
                      <a:pt x="19236" y="7086"/>
                    </a:cubicBezTo>
                    <a:cubicBezTo>
                      <a:pt x="19283" y="7086"/>
                      <a:pt x="19311" y="7086"/>
                      <a:pt x="19358" y="7071"/>
                    </a:cubicBezTo>
                    <a:cubicBezTo>
                      <a:pt x="19519" y="7010"/>
                      <a:pt x="19609" y="6817"/>
                      <a:pt x="19552" y="6652"/>
                    </a:cubicBezTo>
                    <a:cubicBezTo>
                      <a:pt x="19504" y="6522"/>
                      <a:pt x="19374" y="6439"/>
                      <a:pt x="19240" y="6439"/>
                    </a:cubicBezTo>
                    <a:close/>
                    <a:moveTo>
                      <a:pt x="797" y="6453"/>
                    </a:moveTo>
                    <a:cubicBezTo>
                      <a:pt x="666" y="6453"/>
                      <a:pt x="539" y="6527"/>
                      <a:pt x="492" y="6666"/>
                    </a:cubicBezTo>
                    <a:cubicBezTo>
                      <a:pt x="435" y="6831"/>
                      <a:pt x="524" y="7025"/>
                      <a:pt x="686" y="7086"/>
                    </a:cubicBezTo>
                    <a:cubicBezTo>
                      <a:pt x="732" y="7100"/>
                      <a:pt x="761" y="7100"/>
                      <a:pt x="808" y="7100"/>
                    </a:cubicBezTo>
                    <a:cubicBezTo>
                      <a:pt x="940" y="7100"/>
                      <a:pt x="1062" y="7025"/>
                      <a:pt x="1105" y="6892"/>
                    </a:cubicBezTo>
                    <a:cubicBezTo>
                      <a:pt x="1166" y="6727"/>
                      <a:pt x="1077" y="6533"/>
                      <a:pt x="912" y="6472"/>
                    </a:cubicBezTo>
                    <a:cubicBezTo>
                      <a:pt x="874" y="6459"/>
                      <a:pt x="836" y="6453"/>
                      <a:pt x="797" y="6453"/>
                    </a:cubicBezTo>
                    <a:close/>
                    <a:moveTo>
                      <a:pt x="19680" y="8082"/>
                    </a:moveTo>
                    <a:cubicBezTo>
                      <a:pt x="19663" y="8082"/>
                      <a:pt x="19645" y="8084"/>
                      <a:pt x="19627" y="8087"/>
                    </a:cubicBezTo>
                    <a:cubicBezTo>
                      <a:pt x="19448" y="8119"/>
                      <a:pt x="19326" y="8298"/>
                      <a:pt x="19358" y="8478"/>
                    </a:cubicBezTo>
                    <a:cubicBezTo>
                      <a:pt x="19387" y="8625"/>
                      <a:pt x="19519" y="8747"/>
                      <a:pt x="19684" y="8747"/>
                    </a:cubicBezTo>
                    <a:cubicBezTo>
                      <a:pt x="19699" y="8747"/>
                      <a:pt x="19717" y="8747"/>
                      <a:pt x="19745" y="8729"/>
                    </a:cubicBezTo>
                    <a:cubicBezTo>
                      <a:pt x="19910" y="8700"/>
                      <a:pt x="20043" y="8535"/>
                      <a:pt x="20000" y="8356"/>
                    </a:cubicBezTo>
                    <a:cubicBezTo>
                      <a:pt x="19971" y="8194"/>
                      <a:pt x="19837" y="8082"/>
                      <a:pt x="19680" y="8082"/>
                    </a:cubicBezTo>
                    <a:close/>
                    <a:moveTo>
                      <a:pt x="363" y="8097"/>
                    </a:moveTo>
                    <a:cubicBezTo>
                      <a:pt x="206" y="8097"/>
                      <a:pt x="71" y="8209"/>
                      <a:pt x="29" y="8370"/>
                    </a:cubicBezTo>
                    <a:cubicBezTo>
                      <a:pt x="1" y="8549"/>
                      <a:pt x="119" y="8714"/>
                      <a:pt x="298" y="8747"/>
                    </a:cubicBezTo>
                    <a:cubicBezTo>
                      <a:pt x="327" y="8761"/>
                      <a:pt x="345" y="8761"/>
                      <a:pt x="359" y="8761"/>
                    </a:cubicBezTo>
                    <a:cubicBezTo>
                      <a:pt x="524" y="8761"/>
                      <a:pt x="657" y="8639"/>
                      <a:pt x="671" y="8492"/>
                    </a:cubicBezTo>
                    <a:cubicBezTo>
                      <a:pt x="718" y="8313"/>
                      <a:pt x="596" y="8133"/>
                      <a:pt x="417" y="8101"/>
                    </a:cubicBezTo>
                    <a:cubicBezTo>
                      <a:pt x="399" y="8098"/>
                      <a:pt x="381" y="8097"/>
                      <a:pt x="363" y="8097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720;p53">
                <a:extLst>
                  <a:ext uri="{FF2B5EF4-FFF2-40B4-BE49-F238E27FC236}">
                    <a16:creationId xmlns:a16="http://schemas.microsoft.com/office/drawing/2014/main" id="{DF5E38C0-7C24-CC81-4134-EA11E4708F42}"/>
                  </a:ext>
                </a:extLst>
              </p:cNvPr>
              <p:cNvSpPr/>
              <p:nvPr/>
            </p:nvSpPr>
            <p:spPr>
              <a:xfrm>
                <a:off x="4994750" y="2933034"/>
                <a:ext cx="10374" cy="1035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61" extrusionOk="0">
                    <a:moveTo>
                      <a:pt x="340" y="1"/>
                    </a:moveTo>
                    <a:cubicBezTo>
                      <a:pt x="293" y="1"/>
                      <a:pt x="244" y="11"/>
                      <a:pt x="195" y="33"/>
                    </a:cubicBezTo>
                    <a:cubicBezTo>
                      <a:pt x="166" y="48"/>
                      <a:pt x="123" y="62"/>
                      <a:pt x="91" y="91"/>
                    </a:cubicBezTo>
                    <a:cubicBezTo>
                      <a:pt x="76" y="123"/>
                      <a:pt x="76" y="137"/>
                      <a:pt x="62" y="152"/>
                    </a:cubicBezTo>
                    <a:cubicBezTo>
                      <a:pt x="48" y="166"/>
                      <a:pt x="33" y="180"/>
                      <a:pt x="33" y="198"/>
                    </a:cubicBezTo>
                    <a:cubicBezTo>
                      <a:pt x="15" y="227"/>
                      <a:pt x="15" y="241"/>
                      <a:pt x="15" y="270"/>
                    </a:cubicBezTo>
                    <a:cubicBezTo>
                      <a:pt x="1" y="288"/>
                      <a:pt x="1" y="302"/>
                      <a:pt x="1" y="331"/>
                    </a:cubicBezTo>
                    <a:cubicBezTo>
                      <a:pt x="1" y="378"/>
                      <a:pt x="15" y="421"/>
                      <a:pt x="33" y="449"/>
                    </a:cubicBezTo>
                    <a:cubicBezTo>
                      <a:pt x="48" y="496"/>
                      <a:pt x="76" y="525"/>
                      <a:pt x="91" y="557"/>
                    </a:cubicBezTo>
                    <a:cubicBezTo>
                      <a:pt x="123" y="586"/>
                      <a:pt x="166" y="614"/>
                      <a:pt x="195" y="629"/>
                    </a:cubicBezTo>
                    <a:cubicBezTo>
                      <a:pt x="241" y="647"/>
                      <a:pt x="284" y="661"/>
                      <a:pt x="331" y="661"/>
                    </a:cubicBezTo>
                    <a:cubicBezTo>
                      <a:pt x="421" y="661"/>
                      <a:pt x="496" y="614"/>
                      <a:pt x="571" y="557"/>
                    </a:cubicBezTo>
                    <a:cubicBezTo>
                      <a:pt x="600" y="525"/>
                      <a:pt x="614" y="496"/>
                      <a:pt x="629" y="449"/>
                    </a:cubicBezTo>
                    <a:cubicBezTo>
                      <a:pt x="643" y="421"/>
                      <a:pt x="661" y="378"/>
                      <a:pt x="661" y="331"/>
                    </a:cubicBezTo>
                    <a:cubicBezTo>
                      <a:pt x="661" y="302"/>
                      <a:pt x="661" y="288"/>
                      <a:pt x="643" y="270"/>
                    </a:cubicBezTo>
                    <a:cubicBezTo>
                      <a:pt x="643" y="241"/>
                      <a:pt x="643" y="227"/>
                      <a:pt x="629" y="198"/>
                    </a:cubicBezTo>
                    <a:cubicBezTo>
                      <a:pt x="629" y="180"/>
                      <a:pt x="614" y="166"/>
                      <a:pt x="600" y="152"/>
                    </a:cubicBezTo>
                    <a:cubicBezTo>
                      <a:pt x="586" y="137"/>
                      <a:pt x="571" y="123"/>
                      <a:pt x="571" y="91"/>
                    </a:cubicBezTo>
                    <a:cubicBezTo>
                      <a:pt x="503" y="33"/>
                      <a:pt x="424" y="1"/>
                      <a:pt x="340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721;p53">
                <a:extLst>
                  <a:ext uri="{FF2B5EF4-FFF2-40B4-BE49-F238E27FC236}">
                    <a16:creationId xmlns:a16="http://schemas.microsoft.com/office/drawing/2014/main" id="{EF83DBDB-2EFA-6394-FABC-7EE7A93F8CCB}"/>
                  </a:ext>
                </a:extLst>
              </p:cNvPr>
              <p:cNvSpPr/>
              <p:nvPr/>
            </p:nvSpPr>
            <p:spPr>
              <a:xfrm>
                <a:off x="4750235" y="2933034"/>
                <a:ext cx="10358" cy="10358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61" extrusionOk="0">
                    <a:moveTo>
                      <a:pt x="323" y="1"/>
                    </a:moveTo>
                    <a:cubicBezTo>
                      <a:pt x="244" y="1"/>
                      <a:pt x="161" y="33"/>
                      <a:pt x="104" y="91"/>
                    </a:cubicBezTo>
                    <a:cubicBezTo>
                      <a:pt x="47" y="166"/>
                      <a:pt x="0" y="241"/>
                      <a:pt x="0" y="331"/>
                    </a:cubicBezTo>
                    <a:cubicBezTo>
                      <a:pt x="0" y="421"/>
                      <a:pt x="47" y="496"/>
                      <a:pt x="104" y="557"/>
                    </a:cubicBezTo>
                    <a:cubicBezTo>
                      <a:pt x="165" y="614"/>
                      <a:pt x="240" y="661"/>
                      <a:pt x="330" y="661"/>
                    </a:cubicBezTo>
                    <a:cubicBezTo>
                      <a:pt x="420" y="661"/>
                      <a:pt x="495" y="614"/>
                      <a:pt x="570" y="557"/>
                    </a:cubicBezTo>
                    <a:cubicBezTo>
                      <a:pt x="585" y="539"/>
                      <a:pt x="585" y="525"/>
                      <a:pt x="599" y="510"/>
                    </a:cubicBezTo>
                    <a:cubicBezTo>
                      <a:pt x="613" y="496"/>
                      <a:pt x="628" y="482"/>
                      <a:pt x="628" y="449"/>
                    </a:cubicBezTo>
                    <a:cubicBezTo>
                      <a:pt x="642" y="435"/>
                      <a:pt x="642" y="421"/>
                      <a:pt x="660" y="392"/>
                    </a:cubicBezTo>
                    <a:lnTo>
                      <a:pt x="660" y="331"/>
                    </a:lnTo>
                    <a:cubicBezTo>
                      <a:pt x="660" y="241"/>
                      <a:pt x="628" y="166"/>
                      <a:pt x="570" y="91"/>
                    </a:cubicBezTo>
                    <a:cubicBezTo>
                      <a:pt x="524" y="62"/>
                      <a:pt x="495" y="48"/>
                      <a:pt x="448" y="33"/>
                    </a:cubicBezTo>
                    <a:cubicBezTo>
                      <a:pt x="411" y="11"/>
                      <a:pt x="367" y="1"/>
                      <a:pt x="323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722;p53">
                <a:extLst>
                  <a:ext uri="{FF2B5EF4-FFF2-40B4-BE49-F238E27FC236}">
                    <a16:creationId xmlns:a16="http://schemas.microsoft.com/office/drawing/2014/main" id="{565DDFF1-E4D6-63F9-3BAD-7D0448AD06CC}"/>
                  </a:ext>
                </a:extLst>
              </p:cNvPr>
              <p:cNvSpPr/>
              <p:nvPr/>
            </p:nvSpPr>
            <p:spPr>
              <a:xfrm>
                <a:off x="4753259" y="2843292"/>
                <a:ext cx="185799" cy="74307"/>
              </a:xfrm>
              <a:custGeom>
                <a:avLst/>
                <a:gdLst/>
                <a:ahLst/>
                <a:cxnLst/>
                <a:rect l="l" t="t" r="r" b="b"/>
                <a:pathLst>
                  <a:path w="11857" h="4742" extrusionOk="0">
                    <a:moveTo>
                      <a:pt x="5113" y="1"/>
                    </a:moveTo>
                    <a:cubicBezTo>
                      <a:pt x="5094" y="1"/>
                      <a:pt x="5075" y="3"/>
                      <a:pt x="5055" y="6"/>
                    </a:cubicBezTo>
                    <a:cubicBezTo>
                      <a:pt x="4876" y="35"/>
                      <a:pt x="4754" y="185"/>
                      <a:pt x="4786" y="365"/>
                    </a:cubicBezTo>
                    <a:cubicBezTo>
                      <a:pt x="4801" y="526"/>
                      <a:pt x="4951" y="648"/>
                      <a:pt x="5098" y="648"/>
                    </a:cubicBezTo>
                    <a:lnTo>
                      <a:pt x="5145" y="648"/>
                    </a:lnTo>
                    <a:cubicBezTo>
                      <a:pt x="5324" y="616"/>
                      <a:pt x="5457" y="455"/>
                      <a:pt x="5428" y="275"/>
                    </a:cubicBezTo>
                    <a:cubicBezTo>
                      <a:pt x="5403" y="115"/>
                      <a:pt x="5269" y="1"/>
                      <a:pt x="5113" y="1"/>
                    </a:cubicBezTo>
                    <a:close/>
                    <a:moveTo>
                      <a:pt x="6744" y="1"/>
                    </a:moveTo>
                    <a:cubicBezTo>
                      <a:pt x="6586" y="1"/>
                      <a:pt x="6442" y="115"/>
                      <a:pt x="6429" y="275"/>
                    </a:cubicBezTo>
                    <a:cubicBezTo>
                      <a:pt x="6401" y="455"/>
                      <a:pt x="6519" y="616"/>
                      <a:pt x="6698" y="648"/>
                    </a:cubicBezTo>
                    <a:lnTo>
                      <a:pt x="6759" y="648"/>
                    </a:lnTo>
                    <a:cubicBezTo>
                      <a:pt x="6906" y="648"/>
                      <a:pt x="7057" y="526"/>
                      <a:pt x="7071" y="365"/>
                    </a:cubicBezTo>
                    <a:cubicBezTo>
                      <a:pt x="7104" y="185"/>
                      <a:pt x="6982" y="20"/>
                      <a:pt x="6802" y="6"/>
                    </a:cubicBezTo>
                    <a:cubicBezTo>
                      <a:pt x="6783" y="3"/>
                      <a:pt x="6763" y="1"/>
                      <a:pt x="6744" y="1"/>
                    </a:cubicBezTo>
                    <a:close/>
                    <a:moveTo>
                      <a:pt x="3525" y="466"/>
                    </a:moveTo>
                    <a:cubicBezTo>
                      <a:pt x="3477" y="466"/>
                      <a:pt x="3427" y="476"/>
                      <a:pt x="3380" y="498"/>
                    </a:cubicBezTo>
                    <a:cubicBezTo>
                      <a:pt x="3215" y="573"/>
                      <a:pt x="3158" y="767"/>
                      <a:pt x="3229" y="917"/>
                    </a:cubicBezTo>
                    <a:cubicBezTo>
                      <a:pt x="3276" y="1050"/>
                      <a:pt x="3394" y="1111"/>
                      <a:pt x="3531" y="1111"/>
                    </a:cubicBezTo>
                    <a:cubicBezTo>
                      <a:pt x="3574" y="1111"/>
                      <a:pt x="3620" y="1111"/>
                      <a:pt x="3663" y="1082"/>
                    </a:cubicBezTo>
                    <a:cubicBezTo>
                      <a:pt x="3828" y="1007"/>
                      <a:pt x="3904" y="813"/>
                      <a:pt x="3814" y="648"/>
                    </a:cubicBezTo>
                    <a:cubicBezTo>
                      <a:pt x="3760" y="530"/>
                      <a:pt x="3646" y="466"/>
                      <a:pt x="3525" y="466"/>
                    </a:cubicBezTo>
                    <a:close/>
                    <a:moveTo>
                      <a:pt x="8329" y="454"/>
                    </a:moveTo>
                    <a:cubicBezTo>
                      <a:pt x="8204" y="454"/>
                      <a:pt x="8085" y="527"/>
                      <a:pt x="8029" y="648"/>
                    </a:cubicBezTo>
                    <a:cubicBezTo>
                      <a:pt x="7954" y="813"/>
                      <a:pt x="8029" y="1007"/>
                      <a:pt x="8194" y="1082"/>
                    </a:cubicBezTo>
                    <a:cubicBezTo>
                      <a:pt x="8237" y="1097"/>
                      <a:pt x="8284" y="1111"/>
                      <a:pt x="8327" y="1111"/>
                    </a:cubicBezTo>
                    <a:cubicBezTo>
                      <a:pt x="8463" y="1111"/>
                      <a:pt x="8582" y="1036"/>
                      <a:pt x="8628" y="917"/>
                    </a:cubicBezTo>
                    <a:cubicBezTo>
                      <a:pt x="8700" y="752"/>
                      <a:pt x="8628" y="559"/>
                      <a:pt x="8463" y="483"/>
                    </a:cubicBezTo>
                    <a:cubicBezTo>
                      <a:pt x="8420" y="463"/>
                      <a:pt x="8374" y="454"/>
                      <a:pt x="8329" y="454"/>
                    </a:cubicBezTo>
                    <a:close/>
                    <a:moveTo>
                      <a:pt x="2135" y="1352"/>
                    </a:moveTo>
                    <a:cubicBezTo>
                      <a:pt x="2063" y="1352"/>
                      <a:pt x="1990" y="1380"/>
                      <a:pt x="1931" y="1441"/>
                    </a:cubicBezTo>
                    <a:cubicBezTo>
                      <a:pt x="1780" y="1545"/>
                      <a:pt x="1766" y="1753"/>
                      <a:pt x="1884" y="1889"/>
                    </a:cubicBezTo>
                    <a:cubicBezTo>
                      <a:pt x="1959" y="1961"/>
                      <a:pt x="2049" y="2008"/>
                      <a:pt x="2139" y="2008"/>
                    </a:cubicBezTo>
                    <a:cubicBezTo>
                      <a:pt x="2214" y="2008"/>
                      <a:pt x="2289" y="1979"/>
                      <a:pt x="2350" y="1933"/>
                    </a:cubicBezTo>
                    <a:cubicBezTo>
                      <a:pt x="2483" y="1814"/>
                      <a:pt x="2498" y="1602"/>
                      <a:pt x="2379" y="1470"/>
                    </a:cubicBezTo>
                    <a:cubicBezTo>
                      <a:pt x="2314" y="1395"/>
                      <a:pt x="2224" y="1352"/>
                      <a:pt x="2135" y="1352"/>
                    </a:cubicBezTo>
                    <a:close/>
                    <a:moveTo>
                      <a:pt x="9720" y="1344"/>
                    </a:moveTo>
                    <a:cubicBezTo>
                      <a:pt x="9628" y="1344"/>
                      <a:pt x="9536" y="1386"/>
                      <a:pt x="9479" y="1470"/>
                    </a:cubicBezTo>
                    <a:cubicBezTo>
                      <a:pt x="9346" y="1602"/>
                      <a:pt x="9374" y="1814"/>
                      <a:pt x="9507" y="1918"/>
                    </a:cubicBezTo>
                    <a:cubicBezTo>
                      <a:pt x="9568" y="1979"/>
                      <a:pt x="9644" y="2008"/>
                      <a:pt x="9719" y="2008"/>
                    </a:cubicBezTo>
                    <a:cubicBezTo>
                      <a:pt x="9809" y="2008"/>
                      <a:pt x="9898" y="1961"/>
                      <a:pt x="9974" y="1889"/>
                    </a:cubicBezTo>
                    <a:cubicBezTo>
                      <a:pt x="10078" y="1753"/>
                      <a:pt x="10063" y="1545"/>
                      <a:pt x="9927" y="1423"/>
                    </a:cubicBezTo>
                    <a:cubicBezTo>
                      <a:pt x="9868" y="1371"/>
                      <a:pt x="9794" y="1344"/>
                      <a:pt x="9720" y="1344"/>
                    </a:cubicBezTo>
                    <a:close/>
                    <a:moveTo>
                      <a:pt x="1052" y="2594"/>
                    </a:moveTo>
                    <a:cubicBezTo>
                      <a:pt x="947" y="2594"/>
                      <a:pt x="845" y="2649"/>
                      <a:pt x="779" y="2754"/>
                    </a:cubicBezTo>
                    <a:cubicBezTo>
                      <a:pt x="690" y="2905"/>
                      <a:pt x="718" y="3098"/>
                      <a:pt x="883" y="3202"/>
                    </a:cubicBezTo>
                    <a:cubicBezTo>
                      <a:pt x="944" y="3235"/>
                      <a:pt x="987" y="3249"/>
                      <a:pt x="1063" y="3249"/>
                    </a:cubicBezTo>
                    <a:cubicBezTo>
                      <a:pt x="1167" y="3249"/>
                      <a:pt x="1274" y="3202"/>
                      <a:pt x="1332" y="3098"/>
                    </a:cubicBezTo>
                    <a:cubicBezTo>
                      <a:pt x="1436" y="2948"/>
                      <a:pt x="1393" y="2754"/>
                      <a:pt x="1228" y="2650"/>
                    </a:cubicBezTo>
                    <a:cubicBezTo>
                      <a:pt x="1173" y="2612"/>
                      <a:pt x="1112" y="2594"/>
                      <a:pt x="1052" y="2594"/>
                    </a:cubicBezTo>
                    <a:close/>
                    <a:moveTo>
                      <a:pt x="10806" y="2593"/>
                    </a:moveTo>
                    <a:cubicBezTo>
                      <a:pt x="10743" y="2593"/>
                      <a:pt x="10677" y="2611"/>
                      <a:pt x="10616" y="2650"/>
                    </a:cubicBezTo>
                    <a:cubicBezTo>
                      <a:pt x="10465" y="2740"/>
                      <a:pt x="10422" y="2948"/>
                      <a:pt x="10526" y="3098"/>
                    </a:cubicBezTo>
                    <a:cubicBezTo>
                      <a:pt x="10583" y="3202"/>
                      <a:pt x="10691" y="3249"/>
                      <a:pt x="10795" y="3249"/>
                    </a:cubicBezTo>
                    <a:cubicBezTo>
                      <a:pt x="10852" y="3249"/>
                      <a:pt x="10928" y="3235"/>
                      <a:pt x="10974" y="3202"/>
                    </a:cubicBezTo>
                    <a:cubicBezTo>
                      <a:pt x="11122" y="3098"/>
                      <a:pt x="11168" y="2890"/>
                      <a:pt x="11078" y="2740"/>
                    </a:cubicBezTo>
                    <a:cubicBezTo>
                      <a:pt x="11013" y="2645"/>
                      <a:pt x="10913" y="2593"/>
                      <a:pt x="10806" y="2593"/>
                    </a:cubicBezTo>
                    <a:close/>
                    <a:moveTo>
                      <a:pt x="366" y="4098"/>
                    </a:moveTo>
                    <a:cubicBezTo>
                      <a:pt x="225" y="4098"/>
                      <a:pt x="100" y="4191"/>
                      <a:pt x="62" y="4325"/>
                    </a:cubicBezTo>
                    <a:cubicBezTo>
                      <a:pt x="1" y="4505"/>
                      <a:pt x="108" y="4684"/>
                      <a:pt x="288" y="4741"/>
                    </a:cubicBezTo>
                    <a:lnTo>
                      <a:pt x="377" y="4741"/>
                    </a:lnTo>
                    <a:cubicBezTo>
                      <a:pt x="510" y="4741"/>
                      <a:pt x="646" y="4652"/>
                      <a:pt x="690" y="4519"/>
                    </a:cubicBezTo>
                    <a:cubicBezTo>
                      <a:pt x="736" y="4340"/>
                      <a:pt x="629" y="4160"/>
                      <a:pt x="467" y="4114"/>
                    </a:cubicBezTo>
                    <a:cubicBezTo>
                      <a:pt x="433" y="4103"/>
                      <a:pt x="399" y="4098"/>
                      <a:pt x="366" y="4098"/>
                    </a:cubicBezTo>
                    <a:close/>
                    <a:moveTo>
                      <a:pt x="11480" y="4089"/>
                    </a:moveTo>
                    <a:cubicBezTo>
                      <a:pt x="11450" y="4089"/>
                      <a:pt x="11420" y="4092"/>
                      <a:pt x="11391" y="4099"/>
                    </a:cubicBezTo>
                    <a:cubicBezTo>
                      <a:pt x="11211" y="4160"/>
                      <a:pt x="11122" y="4340"/>
                      <a:pt x="11168" y="4505"/>
                    </a:cubicBezTo>
                    <a:cubicBezTo>
                      <a:pt x="11211" y="4652"/>
                      <a:pt x="11348" y="4741"/>
                      <a:pt x="11480" y="4741"/>
                    </a:cubicBezTo>
                    <a:cubicBezTo>
                      <a:pt x="11513" y="4741"/>
                      <a:pt x="11541" y="4741"/>
                      <a:pt x="11570" y="4727"/>
                    </a:cubicBezTo>
                    <a:cubicBezTo>
                      <a:pt x="11749" y="4684"/>
                      <a:pt x="11857" y="4505"/>
                      <a:pt x="11796" y="4325"/>
                    </a:cubicBezTo>
                    <a:cubicBezTo>
                      <a:pt x="11757" y="4176"/>
                      <a:pt x="11626" y="4089"/>
                      <a:pt x="11480" y="4089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723;p53">
                <a:extLst>
                  <a:ext uri="{FF2B5EF4-FFF2-40B4-BE49-F238E27FC236}">
                    <a16:creationId xmlns:a16="http://schemas.microsoft.com/office/drawing/2014/main" id="{6D66599C-83B2-AAAD-1D9D-07072CE36505}"/>
                  </a:ext>
                </a:extLst>
              </p:cNvPr>
              <p:cNvSpPr/>
              <p:nvPr/>
            </p:nvSpPr>
            <p:spPr>
              <a:xfrm>
                <a:off x="4931741" y="2933050"/>
                <a:ext cx="10358" cy="10342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60" extrusionOk="0">
                    <a:moveTo>
                      <a:pt x="331" y="1"/>
                    </a:moveTo>
                    <a:cubicBezTo>
                      <a:pt x="249" y="1"/>
                      <a:pt x="167" y="30"/>
                      <a:pt x="108" y="90"/>
                    </a:cubicBezTo>
                    <a:cubicBezTo>
                      <a:pt x="33" y="165"/>
                      <a:pt x="1" y="240"/>
                      <a:pt x="1" y="330"/>
                    </a:cubicBezTo>
                    <a:cubicBezTo>
                      <a:pt x="1" y="344"/>
                      <a:pt x="1" y="377"/>
                      <a:pt x="19" y="391"/>
                    </a:cubicBezTo>
                    <a:cubicBezTo>
                      <a:pt x="19" y="420"/>
                      <a:pt x="19" y="434"/>
                      <a:pt x="33" y="448"/>
                    </a:cubicBezTo>
                    <a:cubicBezTo>
                      <a:pt x="33" y="481"/>
                      <a:pt x="47" y="495"/>
                      <a:pt x="62" y="509"/>
                    </a:cubicBezTo>
                    <a:cubicBezTo>
                      <a:pt x="76" y="524"/>
                      <a:pt x="76" y="538"/>
                      <a:pt x="108" y="570"/>
                    </a:cubicBezTo>
                    <a:cubicBezTo>
                      <a:pt x="166" y="613"/>
                      <a:pt x="241" y="660"/>
                      <a:pt x="331" y="660"/>
                    </a:cubicBezTo>
                    <a:cubicBezTo>
                      <a:pt x="345" y="660"/>
                      <a:pt x="377" y="660"/>
                      <a:pt x="392" y="646"/>
                    </a:cubicBezTo>
                    <a:cubicBezTo>
                      <a:pt x="420" y="646"/>
                      <a:pt x="435" y="646"/>
                      <a:pt x="449" y="628"/>
                    </a:cubicBezTo>
                    <a:cubicBezTo>
                      <a:pt x="481" y="628"/>
                      <a:pt x="496" y="613"/>
                      <a:pt x="510" y="599"/>
                    </a:cubicBezTo>
                    <a:cubicBezTo>
                      <a:pt x="524" y="585"/>
                      <a:pt x="557" y="570"/>
                      <a:pt x="557" y="570"/>
                    </a:cubicBezTo>
                    <a:cubicBezTo>
                      <a:pt x="585" y="538"/>
                      <a:pt x="585" y="524"/>
                      <a:pt x="600" y="509"/>
                    </a:cubicBezTo>
                    <a:cubicBezTo>
                      <a:pt x="614" y="495"/>
                      <a:pt x="628" y="481"/>
                      <a:pt x="628" y="448"/>
                    </a:cubicBezTo>
                    <a:cubicBezTo>
                      <a:pt x="646" y="434"/>
                      <a:pt x="646" y="420"/>
                      <a:pt x="661" y="391"/>
                    </a:cubicBezTo>
                    <a:lnTo>
                      <a:pt x="661" y="330"/>
                    </a:lnTo>
                    <a:cubicBezTo>
                      <a:pt x="661" y="240"/>
                      <a:pt x="628" y="165"/>
                      <a:pt x="557" y="90"/>
                    </a:cubicBezTo>
                    <a:cubicBezTo>
                      <a:pt x="496" y="30"/>
                      <a:pt x="413" y="1"/>
                      <a:pt x="331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724;p53">
                <a:extLst>
                  <a:ext uri="{FF2B5EF4-FFF2-40B4-BE49-F238E27FC236}">
                    <a16:creationId xmlns:a16="http://schemas.microsoft.com/office/drawing/2014/main" id="{E75C4B0B-D498-3C32-EE71-8D53CCA2D6CA}"/>
                  </a:ext>
                </a:extLst>
              </p:cNvPr>
              <p:cNvSpPr/>
              <p:nvPr/>
            </p:nvSpPr>
            <p:spPr>
              <a:xfrm>
                <a:off x="5369310" y="2958733"/>
                <a:ext cx="10295" cy="1018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50" extrusionOk="0">
                    <a:moveTo>
                      <a:pt x="331" y="0"/>
                    </a:moveTo>
                    <a:cubicBezTo>
                      <a:pt x="287" y="0"/>
                      <a:pt x="246" y="8"/>
                      <a:pt x="209" y="22"/>
                    </a:cubicBezTo>
                    <a:cubicBezTo>
                      <a:pt x="165" y="36"/>
                      <a:pt x="133" y="65"/>
                      <a:pt x="104" y="97"/>
                    </a:cubicBezTo>
                    <a:lnTo>
                      <a:pt x="58" y="140"/>
                    </a:lnTo>
                    <a:cubicBezTo>
                      <a:pt x="44" y="155"/>
                      <a:pt x="44" y="187"/>
                      <a:pt x="29" y="201"/>
                    </a:cubicBezTo>
                    <a:cubicBezTo>
                      <a:pt x="15" y="216"/>
                      <a:pt x="15" y="244"/>
                      <a:pt x="15" y="262"/>
                    </a:cubicBezTo>
                    <a:cubicBezTo>
                      <a:pt x="0" y="291"/>
                      <a:pt x="0" y="305"/>
                      <a:pt x="0" y="320"/>
                    </a:cubicBezTo>
                    <a:cubicBezTo>
                      <a:pt x="0" y="352"/>
                      <a:pt x="0" y="366"/>
                      <a:pt x="15" y="395"/>
                    </a:cubicBezTo>
                    <a:cubicBezTo>
                      <a:pt x="15" y="409"/>
                      <a:pt x="15" y="424"/>
                      <a:pt x="29" y="456"/>
                    </a:cubicBezTo>
                    <a:cubicBezTo>
                      <a:pt x="44" y="470"/>
                      <a:pt x="44" y="485"/>
                      <a:pt x="58" y="499"/>
                    </a:cubicBezTo>
                    <a:cubicBezTo>
                      <a:pt x="76" y="531"/>
                      <a:pt x="90" y="546"/>
                      <a:pt x="104" y="560"/>
                    </a:cubicBezTo>
                    <a:cubicBezTo>
                      <a:pt x="165" y="621"/>
                      <a:pt x="237" y="650"/>
                      <a:pt x="327" y="650"/>
                    </a:cubicBezTo>
                    <a:cubicBezTo>
                      <a:pt x="417" y="650"/>
                      <a:pt x="506" y="621"/>
                      <a:pt x="567" y="560"/>
                    </a:cubicBezTo>
                    <a:cubicBezTo>
                      <a:pt x="582" y="546"/>
                      <a:pt x="596" y="531"/>
                      <a:pt x="596" y="499"/>
                    </a:cubicBezTo>
                    <a:cubicBezTo>
                      <a:pt x="614" y="485"/>
                      <a:pt x="628" y="470"/>
                      <a:pt x="628" y="456"/>
                    </a:cubicBezTo>
                    <a:cubicBezTo>
                      <a:pt x="643" y="424"/>
                      <a:pt x="643" y="409"/>
                      <a:pt x="657" y="395"/>
                    </a:cubicBezTo>
                    <a:lnTo>
                      <a:pt x="657" y="320"/>
                    </a:lnTo>
                    <a:lnTo>
                      <a:pt x="657" y="262"/>
                    </a:lnTo>
                    <a:cubicBezTo>
                      <a:pt x="643" y="244"/>
                      <a:pt x="643" y="216"/>
                      <a:pt x="628" y="201"/>
                    </a:cubicBezTo>
                    <a:cubicBezTo>
                      <a:pt x="628" y="187"/>
                      <a:pt x="614" y="155"/>
                      <a:pt x="596" y="140"/>
                    </a:cubicBezTo>
                    <a:cubicBezTo>
                      <a:pt x="596" y="126"/>
                      <a:pt x="582" y="112"/>
                      <a:pt x="567" y="97"/>
                    </a:cubicBezTo>
                    <a:cubicBezTo>
                      <a:pt x="539" y="65"/>
                      <a:pt x="492" y="36"/>
                      <a:pt x="463" y="22"/>
                    </a:cubicBezTo>
                    <a:cubicBezTo>
                      <a:pt x="418" y="8"/>
                      <a:pt x="374" y="0"/>
                      <a:pt x="331" y="0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725;p53">
                <a:extLst>
                  <a:ext uri="{FF2B5EF4-FFF2-40B4-BE49-F238E27FC236}">
                    <a16:creationId xmlns:a16="http://schemas.microsoft.com/office/drawing/2014/main" id="{9E40DDDA-5811-B287-CC20-CA184ABC8300}"/>
                  </a:ext>
                </a:extLst>
              </p:cNvPr>
              <p:cNvSpPr/>
              <p:nvPr/>
            </p:nvSpPr>
            <p:spPr>
              <a:xfrm>
                <a:off x="4934107" y="2986155"/>
                <a:ext cx="444103" cy="200811"/>
              </a:xfrm>
              <a:custGeom>
                <a:avLst/>
                <a:gdLst/>
                <a:ahLst/>
                <a:cxnLst/>
                <a:rect l="l" t="t" r="r" b="b"/>
                <a:pathLst>
                  <a:path w="28341" h="12815" extrusionOk="0">
                    <a:moveTo>
                      <a:pt x="27994" y="1"/>
                    </a:moveTo>
                    <a:cubicBezTo>
                      <a:pt x="27834" y="1"/>
                      <a:pt x="27695" y="125"/>
                      <a:pt x="27669" y="288"/>
                    </a:cubicBezTo>
                    <a:cubicBezTo>
                      <a:pt x="27651" y="453"/>
                      <a:pt x="27773" y="618"/>
                      <a:pt x="27953" y="647"/>
                    </a:cubicBezTo>
                    <a:lnTo>
                      <a:pt x="27996" y="647"/>
                    </a:lnTo>
                    <a:cubicBezTo>
                      <a:pt x="28161" y="647"/>
                      <a:pt x="28297" y="528"/>
                      <a:pt x="28326" y="363"/>
                    </a:cubicBezTo>
                    <a:cubicBezTo>
                      <a:pt x="28340" y="184"/>
                      <a:pt x="28222" y="19"/>
                      <a:pt x="28043" y="5"/>
                    </a:cubicBezTo>
                    <a:cubicBezTo>
                      <a:pt x="28026" y="2"/>
                      <a:pt x="28010" y="1"/>
                      <a:pt x="27994" y="1"/>
                    </a:cubicBezTo>
                    <a:close/>
                    <a:moveTo>
                      <a:pt x="342" y="18"/>
                    </a:moveTo>
                    <a:cubicBezTo>
                      <a:pt x="333" y="18"/>
                      <a:pt x="325" y="18"/>
                      <a:pt x="316" y="19"/>
                    </a:cubicBezTo>
                    <a:cubicBezTo>
                      <a:pt x="137" y="51"/>
                      <a:pt x="0" y="216"/>
                      <a:pt x="29" y="378"/>
                    </a:cubicBezTo>
                    <a:cubicBezTo>
                      <a:pt x="47" y="557"/>
                      <a:pt x="194" y="679"/>
                      <a:pt x="345" y="679"/>
                    </a:cubicBezTo>
                    <a:cubicBezTo>
                      <a:pt x="359" y="679"/>
                      <a:pt x="373" y="679"/>
                      <a:pt x="388" y="665"/>
                    </a:cubicBezTo>
                    <a:cubicBezTo>
                      <a:pt x="567" y="647"/>
                      <a:pt x="689" y="485"/>
                      <a:pt x="675" y="306"/>
                    </a:cubicBezTo>
                    <a:cubicBezTo>
                      <a:pt x="644" y="136"/>
                      <a:pt x="495" y="18"/>
                      <a:pt x="342" y="18"/>
                    </a:cubicBezTo>
                    <a:close/>
                    <a:moveTo>
                      <a:pt x="27678" y="1713"/>
                    </a:moveTo>
                    <a:cubicBezTo>
                      <a:pt x="27528" y="1713"/>
                      <a:pt x="27393" y="1811"/>
                      <a:pt x="27354" y="1963"/>
                    </a:cubicBezTo>
                    <a:cubicBezTo>
                      <a:pt x="27311" y="2128"/>
                      <a:pt x="27415" y="2308"/>
                      <a:pt x="27594" y="2351"/>
                    </a:cubicBezTo>
                    <a:cubicBezTo>
                      <a:pt x="27608" y="2369"/>
                      <a:pt x="27637" y="2369"/>
                      <a:pt x="27669" y="2369"/>
                    </a:cubicBezTo>
                    <a:cubicBezTo>
                      <a:pt x="27817" y="2369"/>
                      <a:pt x="27953" y="2261"/>
                      <a:pt x="27982" y="2128"/>
                    </a:cubicBezTo>
                    <a:cubicBezTo>
                      <a:pt x="28028" y="1949"/>
                      <a:pt x="27921" y="1770"/>
                      <a:pt x="27759" y="1723"/>
                    </a:cubicBezTo>
                    <a:cubicBezTo>
                      <a:pt x="27732" y="1716"/>
                      <a:pt x="27705" y="1713"/>
                      <a:pt x="27678" y="1713"/>
                    </a:cubicBezTo>
                    <a:close/>
                    <a:moveTo>
                      <a:pt x="675" y="1731"/>
                    </a:moveTo>
                    <a:cubicBezTo>
                      <a:pt x="649" y="1731"/>
                      <a:pt x="624" y="1734"/>
                      <a:pt x="599" y="1741"/>
                    </a:cubicBezTo>
                    <a:cubicBezTo>
                      <a:pt x="420" y="1784"/>
                      <a:pt x="316" y="1963"/>
                      <a:pt x="359" y="2143"/>
                    </a:cubicBezTo>
                    <a:cubicBezTo>
                      <a:pt x="406" y="2293"/>
                      <a:pt x="538" y="2397"/>
                      <a:pt x="675" y="2397"/>
                    </a:cubicBezTo>
                    <a:cubicBezTo>
                      <a:pt x="703" y="2397"/>
                      <a:pt x="732" y="2383"/>
                      <a:pt x="764" y="2383"/>
                    </a:cubicBezTo>
                    <a:cubicBezTo>
                      <a:pt x="926" y="2336"/>
                      <a:pt x="1033" y="2157"/>
                      <a:pt x="987" y="1978"/>
                    </a:cubicBezTo>
                    <a:cubicBezTo>
                      <a:pt x="962" y="1837"/>
                      <a:pt x="819" y="1731"/>
                      <a:pt x="675" y="1731"/>
                    </a:cubicBezTo>
                    <a:close/>
                    <a:moveTo>
                      <a:pt x="27132" y="3377"/>
                    </a:moveTo>
                    <a:cubicBezTo>
                      <a:pt x="27002" y="3377"/>
                      <a:pt x="26877" y="3451"/>
                      <a:pt x="26830" y="3578"/>
                    </a:cubicBezTo>
                    <a:lnTo>
                      <a:pt x="26830" y="3592"/>
                    </a:lnTo>
                    <a:cubicBezTo>
                      <a:pt x="26755" y="3757"/>
                      <a:pt x="26844" y="3936"/>
                      <a:pt x="27009" y="4012"/>
                    </a:cubicBezTo>
                    <a:cubicBezTo>
                      <a:pt x="27056" y="4026"/>
                      <a:pt x="27085" y="4026"/>
                      <a:pt x="27131" y="4026"/>
                    </a:cubicBezTo>
                    <a:cubicBezTo>
                      <a:pt x="27264" y="4026"/>
                      <a:pt x="27382" y="3951"/>
                      <a:pt x="27429" y="3832"/>
                    </a:cubicBezTo>
                    <a:cubicBezTo>
                      <a:pt x="27504" y="3653"/>
                      <a:pt x="27415" y="3474"/>
                      <a:pt x="27250" y="3398"/>
                    </a:cubicBezTo>
                    <a:cubicBezTo>
                      <a:pt x="27211" y="3384"/>
                      <a:pt x="27171" y="3377"/>
                      <a:pt x="27132" y="3377"/>
                    </a:cubicBezTo>
                    <a:close/>
                    <a:moveTo>
                      <a:pt x="1208" y="3395"/>
                    </a:moveTo>
                    <a:cubicBezTo>
                      <a:pt x="1174" y="3395"/>
                      <a:pt x="1139" y="3401"/>
                      <a:pt x="1105" y="3413"/>
                    </a:cubicBezTo>
                    <a:cubicBezTo>
                      <a:pt x="926" y="3488"/>
                      <a:pt x="854" y="3682"/>
                      <a:pt x="911" y="3847"/>
                    </a:cubicBezTo>
                    <a:cubicBezTo>
                      <a:pt x="972" y="3983"/>
                      <a:pt x="1091" y="4055"/>
                      <a:pt x="1227" y="4055"/>
                    </a:cubicBezTo>
                    <a:cubicBezTo>
                      <a:pt x="1256" y="4055"/>
                      <a:pt x="1302" y="4040"/>
                      <a:pt x="1345" y="4026"/>
                    </a:cubicBezTo>
                    <a:cubicBezTo>
                      <a:pt x="1511" y="3965"/>
                      <a:pt x="1586" y="3771"/>
                      <a:pt x="1525" y="3606"/>
                    </a:cubicBezTo>
                    <a:cubicBezTo>
                      <a:pt x="1465" y="3478"/>
                      <a:pt x="1340" y="3395"/>
                      <a:pt x="1208" y="3395"/>
                    </a:cubicBezTo>
                    <a:close/>
                    <a:moveTo>
                      <a:pt x="26387" y="4957"/>
                    </a:moveTo>
                    <a:cubicBezTo>
                      <a:pt x="26270" y="4957"/>
                      <a:pt x="26160" y="5020"/>
                      <a:pt x="26098" y="5131"/>
                    </a:cubicBezTo>
                    <a:cubicBezTo>
                      <a:pt x="26008" y="5282"/>
                      <a:pt x="26069" y="5490"/>
                      <a:pt x="26217" y="5579"/>
                    </a:cubicBezTo>
                    <a:cubicBezTo>
                      <a:pt x="26278" y="5597"/>
                      <a:pt x="26324" y="5612"/>
                      <a:pt x="26382" y="5612"/>
                    </a:cubicBezTo>
                    <a:cubicBezTo>
                      <a:pt x="26504" y="5612"/>
                      <a:pt x="26608" y="5551"/>
                      <a:pt x="26665" y="5447"/>
                    </a:cubicBezTo>
                    <a:cubicBezTo>
                      <a:pt x="26755" y="5282"/>
                      <a:pt x="26697" y="5088"/>
                      <a:pt x="26547" y="4998"/>
                    </a:cubicBezTo>
                    <a:cubicBezTo>
                      <a:pt x="26495" y="4970"/>
                      <a:pt x="26440" y="4957"/>
                      <a:pt x="26387" y="4957"/>
                    </a:cubicBezTo>
                    <a:close/>
                    <a:moveTo>
                      <a:pt x="1966" y="4977"/>
                    </a:moveTo>
                    <a:cubicBezTo>
                      <a:pt x="1913" y="4977"/>
                      <a:pt x="1859" y="4989"/>
                      <a:pt x="1808" y="5012"/>
                    </a:cubicBezTo>
                    <a:cubicBezTo>
                      <a:pt x="1643" y="5102"/>
                      <a:pt x="1600" y="5310"/>
                      <a:pt x="1690" y="5461"/>
                    </a:cubicBezTo>
                    <a:cubicBezTo>
                      <a:pt x="1733" y="5565"/>
                      <a:pt x="1855" y="5626"/>
                      <a:pt x="1973" y="5626"/>
                    </a:cubicBezTo>
                    <a:cubicBezTo>
                      <a:pt x="2020" y="5626"/>
                      <a:pt x="2077" y="5612"/>
                      <a:pt x="2124" y="5597"/>
                    </a:cubicBezTo>
                    <a:cubicBezTo>
                      <a:pt x="2289" y="5508"/>
                      <a:pt x="2346" y="5296"/>
                      <a:pt x="2257" y="5149"/>
                    </a:cubicBezTo>
                    <a:cubicBezTo>
                      <a:pt x="2195" y="5035"/>
                      <a:pt x="2083" y="4977"/>
                      <a:pt x="1966" y="4977"/>
                    </a:cubicBezTo>
                    <a:close/>
                    <a:moveTo>
                      <a:pt x="25442" y="6438"/>
                    </a:moveTo>
                    <a:cubicBezTo>
                      <a:pt x="25344" y="6438"/>
                      <a:pt x="25249" y="6486"/>
                      <a:pt x="25187" y="6566"/>
                    </a:cubicBezTo>
                    <a:cubicBezTo>
                      <a:pt x="25069" y="6716"/>
                      <a:pt x="25112" y="6925"/>
                      <a:pt x="25248" y="7032"/>
                    </a:cubicBezTo>
                    <a:cubicBezTo>
                      <a:pt x="25305" y="7075"/>
                      <a:pt x="25381" y="7090"/>
                      <a:pt x="25442" y="7090"/>
                    </a:cubicBezTo>
                    <a:cubicBezTo>
                      <a:pt x="25546" y="7090"/>
                      <a:pt x="25650" y="7047"/>
                      <a:pt x="25711" y="6957"/>
                    </a:cubicBezTo>
                    <a:cubicBezTo>
                      <a:pt x="25815" y="6806"/>
                      <a:pt x="25786" y="6612"/>
                      <a:pt x="25635" y="6508"/>
                    </a:cubicBezTo>
                    <a:cubicBezTo>
                      <a:pt x="25575" y="6459"/>
                      <a:pt x="25508" y="6438"/>
                      <a:pt x="25442" y="6438"/>
                    </a:cubicBezTo>
                    <a:close/>
                    <a:moveTo>
                      <a:pt x="2896" y="6451"/>
                    </a:moveTo>
                    <a:cubicBezTo>
                      <a:pt x="2833" y="6451"/>
                      <a:pt x="2771" y="6469"/>
                      <a:pt x="2719" y="6508"/>
                    </a:cubicBezTo>
                    <a:cubicBezTo>
                      <a:pt x="2572" y="6627"/>
                      <a:pt x="2540" y="6821"/>
                      <a:pt x="2648" y="6971"/>
                    </a:cubicBezTo>
                    <a:cubicBezTo>
                      <a:pt x="2705" y="7061"/>
                      <a:pt x="2809" y="7104"/>
                      <a:pt x="2917" y="7104"/>
                    </a:cubicBezTo>
                    <a:cubicBezTo>
                      <a:pt x="2974" y="7104"/>
                      <a:pt x="3049" y="7090"/>
                      <a:pt x="3096" y="7047"/>
                    </a:cubicBezTo>
                    <a:cubicBezTo>
                      <a:pt x="3243" y="6942"/>
                      <a:pt x="3275" y="6731"/>
                      <a:pt x="3168" y="6584"/>
                    </a:cubicBezTo>
                    <a:cubicBezTo>
                      <a:pt x="3103" y="6499"/>
                      <a:pt x="2999" y="6451"/>
                      <a:pt x="2896" y="6451"/>
                    </a:cubicBezTo>
                    <a:close/>
                    <a:moveTo>
                      <a:pt x="24336" y="7786"/>
                    </a:moveTo>
                    <a:cubicBezTo>
                      <a:pt x="24247" y="7786"/>
                      <a:pt x="24159" y="7820"/>
                      <a:pt x="24096" y="7882"/>
                    </a:cubicBezTo>
                    <a:cubicBezTo>
                      <a:pt x="23960" y="8019"/>
                      <a:pt x="23974" y="8227"/>
                      <a:pt x="24111" y="8345"/>
                    </a:cubicBezTo>
                    <a:cubicBezTo>
                      <a:pt x="24172" y="8406"/>
                      <a:pt x="24244" y="8435"/>
                      <a:pt x="24333" y="8435"/>
                    </a:cubicBezTo>
                    <a:cubicBezTo>
                      <a:pt x="24409" y="8435"/>
                      <a:pt x="24498" y="8406"/>
                      <a:pt x="24559" y="8331"/>
                    </a:cubicBezTo>
                    <a:cubicBezTo>
                      <a:pt x="24692" y="8212"/>
                      <a:pt x="24678" y="8001"/>
                      <a:pt x="24559" y="7868"/>
                    </a:cubicBezTo>
                    <a:cubicBezTo>
                      <a:pt x="24495" y="7812"/>
                      <a:pt x="24415" y="7786"/>
                      <a:pt x="24336" y="7786"/>
                    </a:cubicBezTo>
                    <a:close/>
                    <a:moveTo>
                      <a:pt x="4027" y="7795"/>
                    </a:moveTo>
                    <a:cubicBezTo>
                      <a:pt x="3945" y="7795"/>
                      <a:pt x="3862" y="7825"/>
                      <a:pt x="3796" y="7882"/>
                    </a:cubicBezTo>
                    <a:cubicBezTo>
                      <a:pt x="3663" y="8019"/>
                      <a:pt x="3663" y="8212"/>
                      <a:pt x="3781" y="8345"/>
                    </a:cubicBezTo>
                    <a:cubicBezTo>
                      <a:pt x="3857" y="8420"/>
                      <a:pt x="3932" y="8449"/>
                      <a:pt x="4022" y="8449"/>
                    </a:cubicBezTo>
                    <a:cubicBezTo>
                      <a:pt x="4111" y="8449"/>
                      <a:pt x="4187" y="8420"/>
                      <a:pt x="4244" y="8359"/>
                    </a:cubicBezTo>
                    <a:cubicBezTo>
                      <a:pt x="4380" y="8241"/>
                      <a:pt x="4380" y="8033"/>
                      <a:pt x="4262" y="7897"/>
                    </a:cubicBezTo>
                    <a:cubicBezTo>
                      <a:pt x="4199" y="7828"/>
                      <a:pt x="4114" y="7795"/>
                      <a:pt x="4027" y="7795"/>
                    </a:cubicBezTo>
                    <a:close/>
                    <a:moveTo>
                      <a:pt x="23065" y="8982"/>
                    </a:moveTo>
                    <a:cubicBezTo>
                      <a:pt x="22988" y="8982"/>
                      <a:pt x="22908" y="9009"/>
                      <a:pt x="22841" y="9063"/>
                    </a:cubicBezTo>
                    <a:cubicBezTo>
                      <a:pt x="22705" y="9167"/>
                      <a:pt x="22690" y="9378"/>
                      <a:pt x="22809" y="9511"/>
                    </a:cubicBezTo>
                    <a:cubicBezTo>
                      <a:pt x="22870" y="9601"/>
                      <a:pt x="22959" y="9633"/>
                      <a:pt x="23049" y="9633"/>
                    </a:cubicBezTo>
                    <a:cubicBezTo>
                      <a:pt x="23124" y="9633"/>
                      <a:pt x="23200" y="9615"/>
                      <a:pt x="23257" y="9558"/>
                    </a:cubicBezTo>
                    <a:cubicBezTo>
                      <a:pt x="23408" y="9454"/>
                      <a:pt x="23422" y="9242"/>
                      <a:pt x="23304" y="9095"/>
                    </a:cubicBezTo>
                    <a:cubicBezTo>
                      <a:pt x="23247" y="9020"/>
                      <a:pt x="23158" y="8982"/>
                      <a:pt x="23065" y="8982"/>
                    </a:cubicBezTo>
                    <a:close/>
                    <a:moveTo>
                      <a:pt x="5301" y="8994"/>
                    </a:moveTo>
                    <a:cubicBezTo>
                      <a:pt x="5204" y="8994"/>
                      <a:pt x="5112" y="9032"/>
                      <a:pt x="5051" y="9109"/>
                    </a:cubicBezTo>
                    <a:cubicBezTo>
                      <a:pt x="4933" y="9256"/>
                      <a:pt x="4947" y="9454"/>
                      <a:pt x="5098" y="9572"/>
                    </a:cubicBezTo>
                    <a:cubicBezTo>
                      <a:pt x="5159" y="9615"/>
                      <a:pt x="5231" y="9647"/>
                      <a:pt x="5306" y="9647"/>
                    </a:cubicBezTo>
                    <a:cubicBezTo>
                      <a:pt x="5396" y="9647"/>
                      <a:pt x="5485" y="9601"/>
                      <a:pt x="5546" y="9525"/>
                    </a:cubicBezTo>
                    <a:cubicBezTo>
                      <a:pt x="5665" y="9393"/>
                      <a:pt x="5650" y="9185"/>
                      <a:pt x="5518" y="9063"/>
                    </a:cubicBezTo>
                    <a:cubicBezTo>
                      <a:pt x="5452" y="9017"/>
                      <a:pt x="5375" y="8994"/>
                      <a:pt x="5301" y="8994"/>
                    </a:cubicBezTo>
                    <a:close/>
                    <a:moveTo>
                      <a:pt x="21640" y="10008"/>
                    </a:moveTo>
                    <a:cubicBezTo>
                      <a:pt x="21579" y="10008"/>
                      <a:pt x="21517" y="10026"/>
                      <a:pt x="21463" y="10063"/>
                    </a:cubicBezTo>
                    <a:cubicBezTo>
                      <a:pt x="21316" y="10153"/>
                      <a:pt x="21270" y="10365"/>
                      <a:pt x="21359" y="10512"/>
                    </a:cubicBezTo>
                    <a:cubicBezTo>
                      <a:pt x="21420" y="10620"/>
                      <a:pt x="21539" y="10663"/>
                      <a:pt x="21643" y="10663"/>
                    </a:cubicBezTo>
                    <a:cubicBezTo>
                      <a:pt x="21704" y="10663"/>
                      <a:pt x="21765" y="10648"/>
                      <a:pt x="21808" y="10620"/>
                    </a:cubicBezTo>
                    <a:cubicBezTo>
                      <a:pt x="21973" y="10512"/>
                      <a:pt x="22019" y="10318"/>
                      <a:pt x="21912" y="10171"/>
                    </a:cubicBezTo>
                    <a:cubicBezTo>
                      <a:pt x="21854" y="10065"/>
                      <a:pt x="21748" y="10008"/>
                      <a:pt x="21640" y="10008"/>
                    </a:cubicBezTo>
                    <a:close/>
                    <a:moveTo>
                      <a:pt x="6723" y="10018"/>
                    </a:moveTo>
                    <a:cubicBezTo>
                      <a:pt x="6612" y="10018"/>
                      <a:pt x="6502" y="10072"/>
                      <a:pt x="6443" y="10171"/>
                    </a:cubicBezTo>
                    <a:cubicBezTo>
                      <a:pt x="6339" y="10333"/>
                      <a:pt x="6382" y="10530"/>
                      <a:pt x="6533" y="10620"/>
                    </a:cubicBezTo>
                    <a:cubicBezTo>
                      <a:pt x="6594" y="10663"/>
                      <a:pt x="6651" y="10677"/>
                      <a:pt x="6712" y="10677"/>
                    </a:cubicBezTo>
                    <a:cubicBezTo>
                      <a:pt x="6816" y="10677"/>
                      <a:pt x="6935" y="10620"/>
                      <a:pt x="6996" y="10530"/>
                    </a:cubicBezTo>
                    <a:cubicBezTo>
                      <a:pt x="7085" y="10365"/>
                      <a:pt x="7042" y="10171"/>
                      <a:pt x="6892" y="10063"/>
                    </a:cubicBezTo>
                    <a:cubicBezTo>
                      <a:pt x="6840" y="10033"/>
                      <a:pt x="6781" y="10018"/>
                      <a:pt x="6723" y="10018"/>
                    </a:cubicBezTo>
                    <a:close/>
                    <a:moveTo>
                      <a:pt x="8239" y="10865"/>
                    </a:moveTo>
                    <a:cubicBezTo>
                      <a:pt x="8119" y="10865"/>
                      <a:pt x="8007" y="10936"/>
                      <a:pt x="7953" y="11050"/>
                    </a:cubicBezTo>
                    <a:cubicBezTo>
                      <a:pt x="7878" y="11215"/>
                      <a:pt x="7953" y="11409"/>
                      <a:pt x="8100" y="11484"/>
                    </a:cubicBezTo>
                    <a:cubicBezTo>
                      <a:pt x="8161" y="11516"/>
                      <a:pt x="8208" y="11516"/>
                      <a:pt x="8251" y="11516"/>
                    </a:cubicBezTo>
                    <a:cubicBezTo>
                      <a:pt x="8370" y="11516"/>
                      <a:pt x="8491" y="11455"/>
                      <a:pt x="8549" y="11337"/>
                    </a:cubicBezTo>
                    <a:cubicBezTo>
                      <a:pt x="8624" y="11172"/>
                      <a:pt x="8549" y="10978"/>
                      <a:pt x="8387" y="10903"/>
                    </a:cubicBezTo>
                    <a:cubicBezTo>
                      <a:pt x="8339" y="10877"/>
                      <a:pt x="8289" y="10865"/>
                      <a:pt x="8239" y="10865"/>
                    </a:cubicBezTo>
                    <a:close/>
                    <a:moveTo>
                      <a:pt x="20107" y="10859"/>
                    </a:moveTo>
                    <a:cubicBezTo>
                      <a:pt x="20062" y="10859"/>
                      <a:pt x="20015" y="10868"/>
                      <a:pt x="19971" y="10889"/>
                    </a:cubicBezTo>
                    <a:cubicBezTo>
                      <a:pt x="19806" y="10960"/>
                      <a:pt x="19745" y="11158"/>
                      <a:pt x="19820" y="11319"/>
                    </a:cubicBezTo>
                    <a:cubicBezTo>
                      <a:pt x="19867" y="11441"/>
                      <a:pt x="19985" y="11516"/>
                      <a:pt x="20104" y="11516"/>
                    </a:cubicBezTo>
                    <a:cubicBezTo>
                      <a:pt x="20165" y="11516"/>
                      <a:pt x="20208" y="11498"/>
                      <a:pt x="20254" y="11484"/>
                    </a:cubicBezTo>
                    <a:cubicBezTo>
                      <a:pt x="20419" y="11409"/>
                      <a:pt x="20477" y="11201"/>
                      <a:pt x="20405" y="11036"/>
                    </a:cubicBezTo>
                    <a:cubicBezTo>
                      <a:pt x="20350" y="10928"/>
                      <a:pt x="20232" y="10859"/>
                      <a:pt x="20107" y="10859"/>
                    </a:cubicBezTo>
                    <a:close/>
                    <a:moveTo>
                      <a:pt x="9864" y="11512"/>
                    </a:moveTo>
                    <a:cubicBezTo>
                      <a:pt x="9734" y="11512"/>
                      <a:pt x="9613" y="11597"/>
                      <a:pt x="9568" y="11739"/>
                    </a:cubicBezTo>
                    <a:cubicBezTo>
                      <a:pt x="9507" y="11904"/>
                      <a:pt x="9596" y="12083"/>
                      <a:pt x="9776" y="12144"/>
                    </a:cubicBezTo>
                    <a:cubicBezTo>
                      <a:pt x="9804" y="12158"/>
                      <a:pt x="9837" y="12158"/>
                      <a:pt x="9880" y="12158"/>
                    </a:cubicBezTo>
                    <a:cubicBezTo>
                      <a:pt x="10016" y="12158"/>
                      <a:pt x="10149" y="12069"/>
                      <a:pt x="10181" y="11932"/>
                    </a:cubicBezTo>
                    <a:cubicBezTo>
                      <a:pt x="10239" y="11767"/>
                      <a:pt x="10149" y="11574"/>
                      <a:pt x="9969" y="11531"/>
                    </a:cubicBezTo>
                    <a:cubicBezTo>
                      <a:pt x="9935" y="11518"/>
                      <a:pt x="9899" y="11512"/>
                      <a:pt x="9864" y="11512"/>
                    </a:cubicBezTo>
                    <a:close/>
                    <a:moveTo>
                      <a:pt x="18485" y="11499"/>
                    </a:moveTo>
                    <a:cubicBezTo>
                      <a:pt x="18452" y="11499"/>
                      <a:pt x="18418" y="11504"/>
                      <a:pt x="18385" y="11516"/>
                    </a:cubicBezTo>
                    <a:cubicBezTo>
                      <a:pt x="18206" y="11574"/>
                      <a:pt x="18116" y="11753"/>
                      <a:pt x="18177" y="11932"/>
                    </a:cubicBezTo>
                    <a:cubicBezTo>
                      <a:pt x="18220" y="12069"/>
                      <a:pt x="18342" y="12158"/>
                      <a:pt x="18489" y="12158"/>
                    </a:cubicBezTo>
                    <a:cubicBezTo>
                      <a:pt x="18522" y="12158"/>
                      <a:pt x="18550" y="12144"/>
                      <a:pt x="18579" y="12144"/>
                    </a:cubicBezTo>
                    <a:cubicBezTo>
                      <a:pt x="18758" y="12083"/>
                      <a:pt x="18848" y="11904"/>
                      <a:pt x="18805" y="11724"/>
                    </a:cubicBezTo>
                    <a:cubicBezTo>
                      <a:pt x="18756" y="11592"/>
                      <a:pt x="18622" y="11499"/>
                      <a:pt x="18485" y="11499"/>
                    </a:cubicBezTo>
                    <a:close/>
                    <a:moveTo>
                      <a:pt x="11572" y="11942"/>
                    </a:moveTo>
                    <a:cubicBezTo>
                      <a:pt x="11416" y="11942"/>
                      <a:pt x="11283" y="12042"/>
                      <a:pt x="11257" y="12202"/>
                    </a:cubicBezTo>
                    <a:cubicBezTo>
                      <a:pt x="11211" y="12381"/>
                      <a:pt x="11329" y="12560"/>
                      <a:pt x="11508" y="12593"/>
                    </a:cubicBezTo>
                    <a:lnTo>
                      <a:pt x="11569" y="12593"/>
                    </a:lnTo>
                    <a:cubicBezTo>
                      <a:pt x="11720" y="12593"/>
                      <a:pt x="11867" y="12485"/>
                      <a:pt x="11899" y="12323"/>
                    </a:cubicBezTo>
                    <a:cubicBezTo>
                      <a:pt x="11928" y="12144"/>
                      <a:pt x="11810" y="11979"/>
                      <a:pt x="11630" y="11947"/>
                    </a:cubicBezTo>
                    <a:cubicBezTo>
                      <a:pt x="11611" y="11944"/>
                      <a:pt x="11591" y="11942"/>
                      <a:pt x="11572" y="11942"/>
                    </a:cubicBezTo>
                    <a:close/>
                    <a:moveTo>
                      <a:pt x="16803" y="11938"/>
                    </a:moveTo>
                    <a:cubicBezTo>
                      <a:pt x="16778" y="11938"/>
                      <a:pt x="16753" y="11941"/>
                      <a:pt x="16728" y="11947"/>
                    </a:cubicBezTo>
                    <a:cubicBezTo>
                      <a:pt x="16549" y="11979"/>
                      <a:pt x="16441" y="12144"/>
                      <a:pt x="16473" y="12323"/>
                    </a:cubicBezTo>
                    <a:cubicBezTo>
                      <a:pt x="16502" y="12485"/>
                      <a:pt x="16638" y="12593"/>
                      <a:pt x="16785" y="12593"/>
                    </a:cubicBezTo>
                    <a:lnTo>
                      <a:pt x="16846" y="12593"/>
                    </a:lnTo>
                    <a:cubicBezTo>
                      <a:pt x="17026" y="12546"/>
                      <a:pt x="17144" y="12381"/>
                      <a:pt x="17115" y="12202"/>
                    </a:cubicBezTo>
                    <a:cubicBezTo>
                      <a:pt x="17091" y="12047"/>
                      <a:pt x="16954" y="11938"/>
                      <a:pt x="16803" y="11938"/>
                    </a:cubicBezTo>
                    <a:close/>
                    <a:moveTo>
                      <a:pt x="13294" y="12157"/>
                    </a:moveTo>
                    <a:cubicBezTo>
                      <a:pt x="13126" y="12157"/>
                      <a:pt x="12990" y="12286"/>
                      <a:pt x="12990" y="12456"/>
                    </a:cubicBezTo>
                    <a:cubicBezTo>
                      <a:pt x="12976" y="12636"/>
                      <a:pt x="13108" y="12801"/>
                      <a:pt x="13288" y="12815"/>
                    </a:cubicBezTo>
                    <a:lnTo>
                      <a:pt x="13302" y="12815"/>
                    </a:lnTo>
                    <a:cubicBezTo>
                      <a:pt x="13481" y="12815"/>
                      <a:pt x="13618" y="12682"/>
                      <a:pt x="13632" y="12503"/>
                    </a:cubicBezTo>
                    <a:cubicBezTo>
                      <a:pt x="13646" y="12323"/>
                      <a:pt x="13514" y="12173"/>
                      <a:pt x="13320" y="12158"/>
                    </a:cubicBezTo>
                    <a:cubicBezTo>
                      <a:pt x="13311" y="12158"/>
                      <a:pt x="13302" y="12157"/>
                      <a:pt x="13294" y="12157"/>
                    </a:cubicBezTo>
                    <a:close/>
                    <a:moveTo>
                      <a:pt x="15065" y="12157"/>
                    </a:moveTo>
                    <a:cubicBezTo>
                      <a:pt x="15056" y="12157"/>
                      <a:pt x="15047" y="12158"/>
                      <a:pt x="15038" y="12158"/>
                    </a:cubicBezTo>
                    <a:cubicBezTo>
                      <a:pt x="14859" y="12158"/>
                      <a:pt x="14723" y="12323"/>
                      <a:pt x="14723" y="12503"/>
                    </a:cubicBezTo>
                    <a:cubicBezTo>
                      <a:pt x="14737" y="12682"/>
                      <a:pt x="14888" y="12815"/>
                      <a:pt x="15053" y="12815"/>
                    </a:cubicBezTo>
                    <a:cubicBezTo>
                      <a:pt x="15067" y="12815"/>
                      <a:pt x="15067" y="12801"/>
                      <a:pt x="15081" y="12801"/>
                    </a:cubicBezTo>
                    <a:cubicBezTo>
                      <a:pt x="15261" y="12801"/>
                      <a:pt x="15397" y="12636"/>
                      <a:pt x="15383" y="12456"/>
                    </a:cubicBezTo>
                    <a:cubicBezTo>
                      <a:pt x="15366" y="12286"/>
                      <a:pt x="15232" y="12157"/>
                      <a:pt x="15065" y="12157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726;p53">
                <a:extLst>
                  <a:ext uri="{FF2B5EF4-FFF2-40B4-BE49-F238E27FC236}">
                    <a16:creationId xmlns:a16="http://schemas.microsoft.com/office/drawing/2014/main" id="{D1A40244-100D-297F-E2DB-930071F08F82}"/>
                  </a:ext>
                </a:extLst>
              </p:cNvPr>
              <p:cNvSpPr/>
              <p:nvPr/>
            </p:nvSpPr>
            <p:spPr>
              <a:xfrm>
                <a:off x="4932697" y="2958733"/>
                <a:ext cx="10311" cy="1018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50" extrusionOk="0">
                    <a:moveTo>
                      <a:pt x="333" y="1"/>
                    </a:moveTo>
                    <a:cubicBezTo>
                      <a:pt x="243" y="1"/>
                      <a:pt x="152" y="35"/>
                      <a:pt x="90" y="97"/>
                    </a:cubicBezTo>
                    <a:cubicBezTo>
                      <a:pt x="62" y="126"/>
                      <a:pt x="47" y="155"/>
                      <a:pt x="29" y="201"/>
                    </a:cubicBezTo>
                    <a:cubicBezTo>
                      <a:pt x="15" y="244"/>
                      <a:pt x="1" y="291"/>
                      <a:pt x="1" y="320"/>
                    </a:cubicBezTo>
                    <a:cubicBezTo>
                      <a:pt x="1" y="366"/>
                      <a:pt x="15" y="409"/>
                      <a:pt x="29" y="456"/>
                    </a:cubicBezTo>
                    <a:cubicBezTo>
                      <a:pt x="47" y="485"/>
                      <a:pt x="62" y="531"/>
                      <a:pt x="90" y="560"/>
                    </a:cubicBezTo>
                    <a:cubicBezTo>
                      <a:pt x="151" y="621"/>
                      <a:pt x="241" y="650"/>
                      <a:pt x="331" y="650"/>
                    </a:cubicBezTo>
                    <a:cubicBezTo>
                      <a:pt x="374" y="650"/>
                      <a:pt x="420" y="650"/>
                      <a:pt x="449" y="635"/>
                    </a:cubicBezTo>
                    <a:cubicBezTo>
                      <a:pt x="496" y="603"/>
                      <a:pt x="524" y="589"/>
                      <a:pt x="553" y="560"/>
                    </a:cubicBezTo>
                    <a:cubicBezTo>
                      <a:pt x="585" y="531"/>
                      <a:pt x="614" y="485"/>
                      <a:pt x="628" y="456"/>
                    </a:cubicBezTo>
                    <a:cubicBezTo>
                      <a:pt x="643" y="409"/>
                      <a:pt x="657" y="366"/>
                      <a:pt x="657" y="320"/>
                    </a:cubicBezTo>
                    <a:cubicBezTo>
                      <a:pt x="657" y="291"/>
                      <a:pt x="643" y="244"/>
                      <a:pt x="628" y="201"/>
                    </a:cubicBezTo>
                    <a:cubicBezTo>
                      <a:pt x="614" y="155"/>
                      <a:pt x="585" y="126"/>
                      <a:pt x="553" y="97"/>
                    </a:cubicBezTo>
                    <a:cubicBezTo>
                      <a:pt x="524" y="65"/>
                      <a:pt x="496" y="36"/>
                      <a:pt x="449" y="22"/>
                    </a:cubicBezTo>
                    <a:cubicBezTo>
                      <a:pt x="412" y="7"/>
                      <a:pt x="373" y="1"/>
                      <a:pt x="333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727;p53">
                <a:extLst>
                  <a:ext uri="{FF2B5EF4-FFF2-40B4-BE49-F238E27FC236}">
                    <a16:creationId xmlns:a16="http://schemas.microsoft.com/office/drawing/2014/main" id="{34A63C92-2CFD-6A40-6534-2D1D249EBD65}"/>
                  </a:ext>
                </a:extLst>
              </p:cNvPr>
              <p:cNvSpPr/>
              <p:nvPr/>
            </p:nvSpPr>
            <p:spPr>
              <a:xfrm>
                <a:off x="5305345" y="2958702"/>
                <a:ext cx="10358" cy="10217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52" extrusionOk="0">
                    <a:moveTo>
                      <a:pt x="318" y="0"/>
                    </a:moveTo>
                    <a:cubicBezTo>
                      <a:pt x="280" y="0"/>
                      <a:pt x="245" y="7"/>
                      <a:pt x="212" y="24"/>
                    </a:cubicBezTo>
                    <a:cubicBezTo>
                      <a:pt x="165" y="38"/>
                      <a:pt x="136" y="67"/>
                      <a:pt x="104" y="99"/>
                    </a:cubicBezTo>
                    <a:cubicBezTo>
                      <a:pt x="75" y="128"/>
                      <a:pt x="47" y="157"/>
                      <a:pt x="32" y="203"/>
                    </a:cubicBezTo>
                    <a:cubicBezTo>
                      <a:pt x="14" y="246"/>
                      <a:pt x="0" y="293"/>
                      <a:pt x="0" y="322"/>
                    </a:cubicBezTo>
                    <a:cubicBezTo>
                      <a:pt x="0" y="411"/>
                      <a:pt x="47" y="501"/>
                      <a:pt x="104" y="562"/>
                    </a:cubicBezTo>
                    <a:cubicBezTo>
                      <a:pt x="136" y="591"/>
                      <a:pt x="165" y="605"/>
                      <a:pt x="212" y="637"/>
                    </a:cubicBezTo>
                    <a:cubicBezTo>
                      <a:pt x="240" y="652"/>
                      <a:pt x="283" y="652"/>
                      <a:pt x="330" y="652"/>
                    </a:cubicBezTo>
                    <a:lnTo>
                      <a:pt x="405" y="652"/>
                    </a:lnTo>
                    <a:cubicBezTo>
                      <a:pt x="420" y="652"/>
                      <a:pt x="434" y="637"/>
                      <a:pt x="448" y="637"/>
                    </a:cubicBezTo>
                    <a:cubicBezTo>
                      <a:pt x="481" y="623"/>
                      <a:pt x="495" y="605"/>
                      <a:pt x="509" y="605"/>
                    </a:cubicBezTo>
                    <a:cubicBezTo>
                      <a:pt x="538" y="591"/>
                      <a:pt x="553" y="576"/>
                      <a:pt x="570" y="562"/>
                    </a:cubicBezTo>
                    <a:cubicBezTo>
                      <a:pt x="628" y="501"/>
                      <a:pt x="660" y="411"/>
                      <a:pt x="660" y="322"/>
                    </a:cubicBezTo>
                    <a:cubicBezTo>
                      <a:pt x="660" y="293"/>
                      <a:pt x="642" y="246"/>
                      <a:pt x="628" y="203"/>
                    </a:cubicBezTo>
                    <a:cubicBezTo>
                      <a:pt x="614" y="157"/>
                      <a:pt x="599" y="128"/>
                      <a:pt x="570" y="99"/>
                    </a:cubicBezTo>
                    <a:cubicBezTo>
                      <a:pt x="553" y="85"/>
                      <a:pt x="538" y="67"/>
                      <a:pt x="509" y="53"/>
                    </a:cubicBezTo>
                    <a:cubicBezTo>
                      <a:pt x="495" y="38"/>
                      <a:pt x="481" y="38"/>
                      <a:pt x="448" y="24"/>
                    </a:cubicBezTo>
                    <a:cubicBezTo>
                      <a:pt x="434" y="24"/>
                      <a:pt x="420" y="10"/>
                      <a:pt x="405" y="10"/>
                    </a:cubicBezTo>
                    <a:cubicBezTo>
                      <a:pt x="374" y="4"/>
                      <a:pt x="345" y="0"/>
                      <a:pt x="318" y="0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728;p53">
                <a:extLst>
                  <a:ext uri="{FF2B5EF4-FFF2-40B4-BE49-F238E27FC236}">
                    <a16:creationId xmlns:a16="http://schemas.microsoft.com/office/drawing/2014/main" id="{1635537F-7D4C-9662-3AB2-EE1BD4995219}"/>
                  </a:ext>
                </a:extLst>
              </p:cNvPr>
              <p:cNvSpPr/>
              <p:nvPr/>
            </p:nvSpPr>
            <p:spPr>
              <a:xfrm>
                <a:off x="4998526" y="2985466"/>
                <a:ext cx="315265" cy="137818"/>
              </a:xfrm>
              <a:custGeom>
                <a:avLst/>
                <a:gdLst/>
                <a:ahLst/>
                <a:cxnLst/>
                <a:rect l="l" t="t" r="r" b="b"/>
                <a:pathLst>
                  <a:path w="20119" h="8795" extrusionOk="0">
                    <a:moveTo>
                      <a:pt x="19763" y="0"/>
                    </a:moveTo>
                    <a:cubicBezTo>
                      <a:pt x="19607" y="0"/>
                      <a:pt x="19473" y="115"/>
                      <a:pt x="19447" y="275"/>
                    </a:cubicBezTo>
                    <a:cubicBezTo>
                      <a:pt x="19415" y="454"/>
                      <a:pt x="19537" y="619"/>
                      <a:pt x="19702" y="648"/>
                    </a:cubicBezTo>
                    <a:cubicBezTo>
                      <a:pt x="19731" y="662"/>
                      <a:pt x="19745" y="662"/>
                      <a:pt x="19759" y="662"/>
                    </a:cubicBezTo>
                    <a:cubicBezTo>
                      <a:pt x="19924" y="662"/>
                      <a:pt x="20061" y="544"/>
                      <a:pt x="20089" y="393"/>
                    </a:cubicBezTo>
                    <a:cubicBezTo>
                      <a:pt x="20118" y="214"/>
                      <a:pt x="20000" y="34"/>
                      <a:pt x="19820" y="6"/>
                    </a:cubicBezTo>
                    <a:cubicBezTo>
                      <a:pt x="19801" y="2"/>
                      <a:pt x="19782" y="0"/>
                      <a:pt x="19763" y="0"/>
                    </a:cubicBezTo>
                    <a:close/>
                    <a:moveTo>
                      <a:pt x="352" y="16"/>
                    </a:moveTo>
                    <a:cubicBezTo>
                      <a:pt x="334" y="16"/>
                      <a:pt x="316" y="17"/>
                      <a:pt x="298" y="20"/>
                    </a:cubicBezTo>
                    <a:cubicBezTo>
                      <a:pt x="119" y="49"/>
                      <a:pt x="0" y="228"/>
                      <a:pt x="43" y="407"/>
                    </a:cubicBezTo>
                    <a:cubicBezTo>
                      <a:pt x="61" y="558"/>
                      <a:pt x="194" y="676"/>
                      <a:pt x="359" y="676"/>
                    </a:cubicBezTo>
                    <a:cubicBezTo>
                      <a:pt x="373" y="676"/>
                      <a:pt x="402" y="676"/>
                      <a:pt x="420" y="662"/>
                    </a:cubicBezTo>
                    <a:cubicBezTo>
                      <a:pt x="599" y="633"/>
                      <a:pt x="718" y="468"/>
                      <a:pt x="671" y="289"/>
                    </a:cubicBezTo>
                    <a:lnTo>
                      <a:pt x="689" y="289"/>
                    </a:lnTo>
                    <a:cubicBezTo>
                      <a:pt x="647" y="128"/>
                      <a:pt x="509" y="16"/>
                      <a:pt x="352" y="16"/>
                    </a:cubicBezTo>
                    <a:close/>
                    <a:moveTo>
                      <a:pt x="19329" y="1660"/>
                    </a:moveTo>
                    <a:cubicBezTo>
                      <a:pt x="19194" y="1660"/>
                      <a:pt x="19062" y="1743"/>
                      <a:pt x="19013" y="1875"/>
                    </a:cubicBezTo>
                    <a:cubicBezTo>
                      <a:pt x="18952" y="2054"/>
                      <a:pt x="19042" y="2233"/>
                      <a:pt x="19207" y="2291"/>
                    </a:cubicBezTo>
                    <a:cubicBezTo>
                      <a:pt x="19254" y="2305"/>
                      <a:pt x="19282" y="2323"/>
                      <a:pt x="19325" y="2323"/>
                    </a:cubicBezTo>
                    <a:cubicBezTo>
                      <a:pt x="19462" y="2323"/>
                      <a:pt x="19580" y="2233"/>
                      <a:pt x="19627" y="2097"/>
                    </a:cubicBezTo>
                    <a:cubicBezTo>
                      <a:pt x="19684" y="1932"/>
                      <a:pt x="19594" y="1738"/>
                      <a:pt x="19433" y="1677"/>
                    </a:cubicBezTo>
                    <a:cubicBezTo>
                      <a:pt x="19399" y="1665"/>
                      <a:pt x="19364" y="1660"/>
                      <a:pt x="19329" y="1660"/>
                    </a:cubicBezTo>
                    <a:close/>
                    <a:moveTo>
                      <a:pt x="803" y="1676"/>
                    </a:moveTo>
                    <a:cubicBezTo>
                      <a:pt x="766" y="1676"/>
                      <a:pt x="727" y="1682"/>
                      <a:pt x="689" y="1695"/>
                    </a:cubicBezTo>
                    <a:cubicBezTo>
                      <a:pt x="524" y="1753"/>
                      <a:pt x="434" y="1946"/>
                      <a:pt x="492" y="2111"/>
                    </a:cubicBezTo>
                    <a:cubicBezTo>
                      <a:pt x="538" y="2248"/>
                      <a:pt x="671" y="2337"/>
                      <a:pt x="807" y="2337"/>
                    </a:cubicBezTo>
                    <a:cubicBezTo>
                      <a:pt x="836" y="2337"/>
                      <a:pt x="883" y="2323"/>
                      <a:pt x="912" y="2305"/>
                    </a:cubicBezTo>
                    <a:cubicBezTo>
                      <a:pt x="1091" y="2248"/>
                      <a:pt x="1166" y="2068"/>
                      <a:pt x="1105" y="1889"/>
                    </a:cubicBezTo>
                    <a:cubicBezTo>
                      <a:pt x="1060" y="1759"/>
                      <a:pt x="940" y="1676"/>
                      <a:pt x="803" y="1676"/>
                    </a:cubicBezTo>
                    <a:close/>
                    <a:moveTo>
                      <a:pt x="18587" y="3218"/>
                    </a:moveTo>
                    <a:cubicBezTo>
                      <a:pt x="18474" y="3218"/>
                      <a:pt x="18370" y="3274"/>
                      <a:pt x="18310" y="3381"/>
                    </a:cubicBezTo>
                    <a:cubicBezTo>
                      <a:pt x="18220" y="3532"/>
                      <a:pt x="18281" y="3740"/>
                      <a:pt x="18429" y="3830"/>
                    </a:cubicBezTo>
                    <a:cubicBezTo>
                      <a:pt x="18490" y="3862"/>
                      <a:pt x="18536" y="3876"/>
                      <a:pt x="18594" y="3876"/>
                    </a:cubicBezTo>
                    <a:cubicBezTo>
                      <a:pt x="18698" y="3876"/>
                      <a:pt x="18820" y="3815"/>
                      <a:pt x="18877" y="3711"/>
                    </a:cubicBezTo>
                    <a:cubicBezTo>
                      <a:pt x="18967" y="3546"/>
                      <a:pt x="18909" y="3353"/>
                      <a:pt x="18759" y="3263"/>
                    </a:cubicBezTo>
                    <a:cubicBezTo>
                      <a:pt x="18703" y="3233"/>
                      <a:pt x="18644" y="3218"/>
                      <a:pt x="18587" y="3218"/>
                    </a:cubicBezTo>
                    <a:close/>
                    <a:moveTo>
                      <a:pt x="1536" y="3232"/>
                    </a:moveTo>
                    <a:cubicBezTo>
                      <a:pt x="1481" y="3232"/>
                      <a:pt x="1425" y="3247"/>
                      <a:pt x="1374" y="3277"/>
                    </a:cubicBezTo>
                    <a:cubicBezTo>
                      <a:pt x="1209" y="3367"/>
                      <a:pt x="1166" y="3561"/>
                      <a:pt x="1256" y="3726"/>
                    </a:cubicBezTo>
                    <a:cubicBezTo>
                      <a:pt x="1317" y="3830"/>
                      <a:pt x="1421" y="3891"/>
                      <a:pt x="1539" y="3891"/>
                    </a:cubicBezTo>
                    <a:cubicBezTo>
                      <a:pt x="1586" y="3891"/>
                      <a:pt x="1643" y="3876"/>
                      <a:pt x="1690" y="3848"/>
                    </a:cubicBezTo>
                    <a:cubicBezTo>
                      <a:pt x="1855" y="3758"/>
                      <a:pt x="1898" y="3546"/>
                      <a:pt x="1823" y="3399"/>
                    </a:cubicBezTo>
                    <a:cubicBezTo>
                      <a:pt x="1754" y="3290"/>
                      <a:pt x="1645" y="3232"/>
                      <a:pt x="1536" y="3232"/>
                    </a:cubicBezTo>
                    <a:close/>
                    <a:moveTo>
                      <a:pt x="17617" y="4623"/>
                    </a:moveTo>
                    <a:cubicBezTo>
                      <a:pt x="17520" y="4623"/>
                      <a:pt x="17422" y="4666"/>
                      <a:pt x="17352" y="4744"/>
                    </a:cubicBezTo>
                    <a:cubicBezTo>
                      <a:pt x="17248" y="4877"/>
                      <a:pt x="17263" y="5085"/>
                      <a:pt x="17399" y="5207"/>
                    </a:cubicBezTo>
                    <a:cubicBezTo>
                      <a:pt x="17460" y="5250"/>
                      <a:pt x="17532" y="5282"/>
                      <a:pt x="17607" y="5282"/>
                    </a:cubicBezTo>
                    <a:cubicBezTo>
                      <a:pt x="17697" y="5282"/>
                      <a:pt x="17786" y="5236"/>
                      <a:pt x="17862" y="5161"/>
                    </a:cubicBezTo>
                    <a:cubicBezTo>
                      <a:pt x="17980" y="5028"/>
                      <a:pt x="17951" y="4816"/>
                      <a:pt x="17819" y="4698"/>
                    </a:cubicBezTo>
                    <a:cubicBezTo>
                      <a:pt x="17760" y="4647"/>
                      <a:pt x="17689" y="4623"/>
                      <a:pt x="17617" y="4623"/>
                    </a:cubicBezTo>
                    <a:close/>
                    <a:moveTo>
                      <a:pt x="2525" y="4633"/>
                    </a:moveTo>
                    <a:cubicBezTo>
                      <a:pt x="2451" y="4633"/>
                      <a:pt x="2377" y="4660"/>
                      <a:pt x="2318" y="4712"/>
                    </a:cubicBezTo>
                    <a:cubicBezTo>
                      <a:pt x="2167" y="4834"/>
                      <a:pt x="2153" y="5028"/>
                      <a:pt x="2271" y="5175"/>
                    </a:cubicBezTo>
                    <a:cubicBezTo>
                      <a:pt x="2332" y="5250"/>
                      <a:pt x="2422" y="5297"/>
                      <a:pt x="2526" y="5297"/>
                    </a:cubicBezTo>
                    <a:cubicBezTo>
                      <a:pt x="2601" y="5297"/>
                      <a:pt x="2676" y="5265"/>
                      <a:pt x="2734" y="5207"/>
                    </a:cubicBezTo>
                    <a:cubicBezTo>
                      <a:pt x="2870" y="5103"/>
                      <a:pt x="2885" y="4891"/>
                      <a:pt x="2766" y="4759"/>
                    </a:cubicBezTo>
                    <a:cubicBezTo>
                      <a:pt x="2708" y="4675"/>
                      <a:pt x="2617" y="4633"/>
                      <a:pt x="2525" y="4633"/>
                    </a:cubicBezTo>
                    <a:close/>
                    <a:moveTo>
                      <a:pt x="16393" y="5840"/>
                    </a:moveTo>
                    <a:cubicBezTo>
                      <a:pt x="16319" y="5840"/>
                      <a:pt x="16246" y="5863"/>
                      <a:pt x="16186" y="5910"/>
                    </a:cubicBezTo>
                    <a:cubicBezTo>
                      <a:pt x="16054" y="6029"/>
                      <a:pt x="16025" y="6237"/>
                      <a:pt x="16143" y="6373"/>
                    </a:cubicBezTo>
                    <a:cubicBezTo>
                      <a:pt x="16219" y="6448"/>
                      <a:pt x="16308" y="6491"/>
                      <a:pt x="16398" y="6491"/>
                    </a:cubicBezTo>
                    <a:cubicBezTo>
                      <a:pt x="16473" y="6491"/>
                      <a:pt x="16545" y="6463"/>
                      <a:pt x="16606" y="6416"/>
                    </a:cubicBezTo>
                    <a:cubicBezTo>
                      <a:pt x="16742" y="6298"/>
                      <a:pt x="16757" y="6090"/>
                      <a:pt x="16653" y="5953"/>
                    </a:cubicBezTo>
                    <a:cubicBezTo>
                      <a:pt x="16584" y="5879"/>
                      <a:pt x="16488" y="5840"/>
                      <a:pt x="16393" y="5840"/>
                    </a:cubicBezTo>
                    <a:close/>
                    <a:moveTo>
                      <a:pt x="3737" y="5844"/>
                    </a:moveTo>
                    <a:cubicBezTo>
                      <a:pt x="3643" y="5844"/>
                      <a:pt x="3550" y="5886"/>
                      <a:pt x="3484" y="5968"/>
                    </a:cubicBezTo>
                    <a:cubicBezTo>
                      <a:pt x="3362" y="6104"/>
                      <a:pt x="3394" y="6312"/>
                      <a:pt x="3527" y="6430"/>
                    </a:cubicBezTo>
                    <a:cubicBezTo>
                      <a:pt x="3588" y="6477"/>
                      <a:pt x="3663" y="6506"/>
                      <a:pt x="3738" y="6506"/>
                    </a:cubicBezTo>
                    <a:cubicBezTo>
                      <a:pt x="3828" y="6506"/>
                      <a:pt x="3918" y="6463"/>
                      <a:pt x="3989" y="6387"/>
                    </a:cubicBezTo>
                    <a:cubicBezTo>
                      <a:pt x="4097" y="6251"/>
                      <a:pt x="4079" y="6043"/>
                      <a:pt x="3946" y="5925"/>
                    </a:cubicBezTo>
                    <a:cubicBezTo>
                      <a:pt x="3886" y="5871"/>
                      <a:pt x="3811" y="5844"/>
                      <a:pt x="3737" y="5844"/>
                    </a:cubicBezTo>
                    <a:close/>
                    <a:moveTo>
                      <a:pt x="14982" y="6823"/>
                    </a:moveTo>
                    <a:cubicBezTo>
                      <a:pt x="14928" y="6823"/>
                      <a:pt x="14875" y="6836"/>
                      <a:pt x="14827" y="6865"/>
                    </a:cubicBezTo>
                    <a:cubicBezTo>
                      <a:pt x="14662" y="6954"/>
                      <a:pt x="14619" y="7166"/>
                      <a:pt x="14708" y="7313"/>
                    </a:cubicBezTo>
                    <a:cubicBezTo>
                      <a:pt x="14769" y="7417"/>
                      <a:pt x="14873" y="7478"/>
                      <a:pt x="14992" y="7478"/>
                    </a:cubicBezTo>
                    <a:cubicBezTo>
                      <a:pt x="15053" y="7478"/>
                      <a:pt x="15096" y="7464"/>
                      <a:pt x="15157" y="7435"/>
                    </a:cubicBezTo>
                    <a:cubicBezTo>
                      <a:pt x="15308" y="7345"/>
                      <a:pt x="15365" y="7148"/>
                      <a:pt x="15275" y="6986"/>
                    </a:cubicBezTo>
                    <a:cubicBezTo>
                      <a:pt x="15214" y="6884"/>
                      <a:pt x="15098" y="6823"/>
                      <a:pt x="14982" y="6823"/>
                    </a:cubicBezTo>
                    <a:close/>
                    <a:moveTo>
                      <a:pt x="5141" y="6834"/>
                    </a:moveTo>
                    <a:cubicBezTo>
                      <a:pt x="5029" y="6834"/>
                      <a:pt x="4917" y="6891"/>
                      <a:pt x="4858" y="7001"/>
                    </a:cubicBezTo>
                    <a:cubicBezTo>
                      <a:pt x="4768" y="7148"/>
                      <a:pt x="4829" y="7360"/>
                      <a:pt x="4976" y="7435"/>
                    </a:cubicBezTo>
                    <a:cubicBezTo>
                      <a:pt x="5037" y="7478"/>
                      <a:pt x="5084" y="7492"/>
                      <a:pt x="5141" y="7492"/>
                    </a:cubicBezTo>
                    <a:cubicBezTo>
                      <a:pt x="5263" y="7492"/>
                      <a:pt x="5367" y="7435"/>
                      <a:pt x="5424" y="7327"/>
                    </a:cubicBezTo>
                    <a:cubicBezTo>
                      <a:pt x="5514" y="7166"/>
                      <a:pt x="5471" y="6969"/>
                      <a:pt x="5306" y="6879"/>
                    </a:cubicBezTo>
                    <a:cubicBezTo>
                      <a:pt x="5255" y="6849"/>
                      <a:pt x="5198" y="6834"/>
                      <a:pt x="5141" y="6834"/>
                    </a:cubicBezTo>
                    <a:close/>
                    <a:moveTo>
                      <a:pt x="6716" y="7555"/>
                    </a:moveTo>
                    <a:cubicBezTo>
                      <a:pt x="6573" y="7555"/>
                      <a:pt x="6446" y="7630"/>
                      <a:pt x="6397" y="7776"/>
                    </a:cubicBezTo>
                    <a:cubicBezTo>
                      <a:pt x="6321" y="7941"/>
                      <a:pt x="6411" y="8134"/>
                      <a:pt x="6590" y="8195"/>
                    </a:cubicBezTo>
                    <a:cubicBezTo>
                      <a:pt x="6623" y="8195"/>
                      <a:pt x="6666" y="8210"/>
                      <a:pt x="6698" y="8210"/>
                    </a:cubicBezTo>
                    <a:cubicBezTo>
                      <a:pt x="6831" y="8210"/>
                      <a:pt x="6967" y="8120"/>
                      <a:pt x="7010" y="7987"/>
                    </a:cubicBezTo>
                    <a:cubicBezTo>
                      <a:pt x="7071" y="7822"/>
                      <a:pt x="6981" y="7643"/>
                      <a:pt x="6816" y="7568"/>
                    </a:cubicBezTo>
                    <a:cubicBezTo>
                      <a:pt x="6782" y="7560"/>
                      <a:pt x="6749" y="7555"/>
                      <a:pt x="6716" y="7555"/>
                    </a:cubicBezTo>
                    <a:close/>
                    <a:moveTo>
                      <a:pt x="13430" y="7548"/>
                    </a:moveTo>
                    <a:cubicBezTo>
                      <a:pt x="13393" y="7548"/>
                      <a:pt x="13355" y="7555"/>
                      <a:pt x="13317" y="7568"/>
                    </a:cubicBezTo>
                    <a:cubicBezTo>
                      <a:pt x="13155" y="7629"/>
                      <a:pt x="13065" y="7822"/>
                      <a:pt x="13123" y="7987"/>
                    </a:cubicBezTo>
                    <a:cubicBezTo>
                      <a:pt x="13169" y="8120"/>
                      <a:pt x="13302" y="8210"/>
                      <a:pt x="13439" y="8210"/>
                    </a:cubicBezTo>
                    <a:cubicBezTo>
                      <a:pt x="13467" y="8210"/>
                      <a:pt x="13514" y="8195"/>
                      <a:pt x="13543" y="8181"/>
                    </a:cubicBezTo>
                    <a:cubicBezTo>
                      <a:pt x="13722" y="8120"/>
                      <a:pt x="13797" y="7941"/>
                      <a:pt x="13736" y="7761"/>
                    </a:cubicBezTo>
                    <a:cubicBezTo>
                      <a:pt x="13688" y="7632"/>
                      <a:pt x="13567" y="7548"/>
                      <a:pt x="13430" y="7548"/>
                    </a:cubicBezTo>
                    <a:close/>
                    <a:moveTo>
                      <a:pt x="11774" y="7997"/>
                    </a:moveTo>
                    <a:cubicBezTo>
                      <a:pt x="11756" y="7997"/>
                      <a:pt x="11738" y="7999"/>
                      <a:pt x="11720" y="8002"/>
                    </a:cubicBezTo>
                    <a:cubicBezTo>
                      <a:pt x="11541" y="8030"/>
                      <a:pt x="11419" y="8195"/>
                      <a:pt x="11451" y="8375"/>
                    </a:cubicBezTo>
                    <a:cubicBezTo>
                      <a:pt x="11480" y="8540"/>
                      <a:pt x="11631" y="8644"/>
                      <a:pt x="11778" y="8644"/>
                    </a:cubicBezTo>
                    <a:lnTo>
                      <a:pt x="11839" y="8644"/>
                    </a:lnTo>
                    <a:cubicBezTo>
                      <a:pt x="12018" y="8615"/>
                      <a:pt x="12136" y="8450"/>
                      <a:pt x="12093" y="8271"/>
                    </a:cubicBezTo>
                    <a:cubicBezTo>
                      <a:pt x="12064" y="8109"/>
                      <a:pt x="11931" y="7997"/>
                      <a:pt x="11774" y="7997"/>
                    </a:cubicBezTo>
                    <a:close/>
                    <a:moveTo>
                      <a:pt x="8363" y="7997"/>
                    </a:moveTo>
                    <a:cubicBezTo>
                      <a:pt x="8205" y="7997"/>
                      <a:pt x="8067" y="8109"/>
                      <a:pt x="8025" y="8271"/>
                    </a:cubicBezTo>
                    <a:cubicBezTo>
                      <a:pt x="8011" y="8450"/>
                      <a:pt x="8115" y="8615"/>
                      <a:pt x="8294" y="8644"/>
                    </a:cubicBezTo>
                    <a:cubicBezTo>
                      <a:pt x="8327" y="8644"/>
                      <a:pt x="8341" y="8658"/>
                      <a:pt x="8355" y="8658"/>
                    </a:cubicBezTo>
                    <a:cubicBezTo>
                      <a:pt x="8506" y="8658"/>
                      <a:pt x="8653" y="8540"/>
                      <a:pt x="8685" y="8389"/>
                    </a:cubicBezTo>
                    <a:cubicBezTo>
                      <a:pt x="8714" y="8195"/>
                      <a:pt x="8596" y="8030"/>
                      <a:pt x="8416" y="8002"/>
                    </a:cubicBezTo>
                    <a:cubicBezTo>
                      <a:pt x="8398" y="7999"/>
                      <a:pt x="8380" y="7997"/>
                      <a:pt x="8363" y="7997"/>
                    </a:cubicBezTo>
                    <a:close/>
                    <a:moveTo>
                      <a:pt x="10074" y="8152"/>
                    </a:moveTo>
                    <a:cubicBezTo>
                      <a:pt x="9880" y="8152"/>
                      <a:pt x="9747" y="8285"/>
                      <a:pt x="9747" y="8464"/>
                    </a:cubicBezTo>
                    <a:cubicBezTo>
                      <a:pt x="9747" y="8658"/>
                      <a:pt x="9880" y="8795"/>
                      <a:pt x="10074" y="8795"/>
                    </a:cubicBezTo>
                    <a:cubicBezTo>
                      <a:pt x="10253" y="8795"/>
                      <a:pt x="10389" y="8644"/>
                      <a:pt x="10389" y="8464"/>
                    </a:cubicBezTo>
                    <a:cubicBezTo>
                      <a:pt x="10389" y="8285"/>
                      <a:pt x="10253" y="8152"/>
                      <a:pt x="10074" y="8152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729;p53">
                <a:extLst>
                  <a:ext uri="{FF2B5EF4-FFF2-40B4-BE49-F238E27FC236}">
                    <a16:creationId xmlns:a16="http://schemas.microsoft.com/office/drawing/2014/main" id="{CFF93EF4-475D-8629-4DAF-5C04EF47DA10}"/>
                  </a:ext>
                </a:extLst>
              </p:cNvPr>
              <p:cNvSpPr/>
              <p:nvPr/>
            </p:nvSpPr>
            <p:spPr>
              <a:xfrm>
                <a:off x="4996661" y="2958702"/>
                <a:ext cx="10311" cy="10217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52" extrusionOk="0">
                    <a:moveTo>
                      <a:pt x="343" y="0"/>
                    </a:moveTo>
                    <a:cubicBezTo>
                      <a:pt x="318" y="0"/>
                      <a:pt x="294" y="4"/>
                      <a:pt x="270" y="10"/>
                    </a:cubicBezTo>
                    <a:cubicBezTo>
                      <a:pt x="238" y="10"/>
                      <a:pt x="223" y="24"/>
                      <a:pt x="209" y="24"/>
                    </a:cubicBezTo>
                    <a:cubicBezTo>
                      <a:pt x="180" y="38"/>
                      <a:pt x="162" y="38"/>
                      <a:pt x="148" y="53"/>
                    </a:cubicBezTo>
                    <a:cubicBezTo>
                      <a:pt x="134" y="67"/>
                      <a:pt x="105" y="85"/>
                      <a:pt x="91" y="99"/>
                    </a:cubicBezTo>
                    <a:cubicBezTo>
                      <a:pt x="30" y="157"/>
                      <a:pt x="1" y="232"/>
                      <a:pt x="1" y="322"/>
                    </a:cubicBezTo>
                    <a:cubicBezTo>
                      <a:pt x="1" y="411"/>
                      <a:pt x="30" y="501"/>
                      <a:pt x="91" y="562"/>
                    </a:cubicBezTo>
                    <a:cubicBezTo>
                      <a:pt x="105" y="576"/>
                      <a:pt x="134" y="591"/>
                      <a:pt x="148" y="605"/>
                    </a:cubicBezTo>
                    <a:cubicBezTo>
                      <a:pt x="162" y="605"/>
                      <a:pt x="180" y="623"/>
                      <a:pt x="209" y="637"/>
                    </a:cubicBezTo>
                    <a:cubicBezTo>
                      <a:pt x="223" y="637"/>
                      <a:pt x="238" y="637"/>
                      <a:pt x="270" y="652"/>
                    </a:cubicBezTo>
                    <a:lnTo>
                      <a:pt x="327" y="652"/>
                    </a:lnTo>
                    <a:cubicBezTo>
                      <a:pt x="374" y="652"/>
                      <a:pt x="417" y="652"/>
                      <a:pt x="449" y="637"/>
                    </a:cubicBezTo>
                    <a:cubicBezTo>
                      <a:pt x="492" y="605"/>
                      <a:pt x="521" y="591"/>
                      <a:pt x="553" y="562"/>
                    </a:cubicBezTo>
                    <a:cubicBezTo>
                      <a:pt x="611" y="501"/>
                      <a:pt x="657" y="411"/>
                      <a:pt x="657" y="322"/>
                    </a:cubicBezTo>
                    <a:cubicBezTo>
                      <a:pt x="657" y="232"/>
                      <a:pt x="611" y="157"/>
                      <a:pt x="553" y="99"/>
                    </a:cubicBezTo>
                    <a:cubicBezTo>
                      <a:pt x="521" y="67"/>
                      <a:pt x="492" y="38"/>
                      <a:pt x="449" y="24"/>
                    </a:cubicBezTo>
                    <a:cubicBezTo>
                      <a:pt x="414" y="7"/>
                      <a:pt x="378" y="0"/>
                      <a:pt x="343" y="0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730;p53">
                <a:extLst>
                  <a:ext uri="{FF2B5EF4-FFF2-40B4-BE49-F238E27FC236}">
                    <a16:creationId xmlns:a16="http://schemas.microsoft.com/office/drawing/2014/main" id="{09512A31-F0D6-9993-B282-E438F6859844}"/>
                  </a:ext>
                </a:extLst>
              </p:cNvPr>
              <p:cNvSpPr/>
              <p:nvPr/>
            </p:nvSpPr>
            <p:spPr>
              <a:xfrm>
                <a:off x="5240910" y="2928004"/>
                <a:ext cx="10374" cy="10217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52" extrusionOk="0">
                    <a:moveTo>
                      <a:pt x="338" y="1"/>
                    </a:moveTo>
                    <a:cubicBezTo>
                      <a:pt x="316" y="1"/>
                      <a:pt x="293" y="4"/>
                      <a:pt x="270" y="10"/>
                    </a:cubicBezTo>
                    <a:cubicBezTo>
                      <a:pt x="241" y="10"/>
                      <a:pt x="227" y="10"/>
                      <a:pt x="198" y="24"/>
                    </a:cubicBezTo>
                    <a:cubicBezTo>
                      <a:pt x="180" y="24"/>
                      <a:pt x="166" y="39"/>
                      <a:pt x="152" y="53"/>
                    </a:cubicBezTo>
                    <a:cubicBezTo>
                      <a:pt x="137" y="71"/>
                      <a:pt x="109" y="71"/>
                      <a:pt x="91" y="100"/>
                    </a:cubicBezTo>
                    <a:cubicBezTo>
                      <a:pt x="33" y="161"/>
                      <a:pt x="1" y="232"/>
                      <a:pt x="1" y="322"/>
                    </a:cubicBezTo>
                    <a:cubicBezTo>
                      <a:pt x="1" y="412"/>
                      <a:pt x="33" y="487"/>
                      <a:pt x="91" y="548"/>
                    </a:cubicBezTo>
                    <a:cubicBezTo>
                      <a:pt x="109" y="577"/>
                      <a:pt x="137" y="577"/>
                      <a:pt x="152" y="591"/>
                    </a:cubicBezTo>
                    <a:cubicBezTo>
                      <a:pt x="166" y="609"/>
                      <a:pt x="180" y="623"/>
                      <a:pt x="198" y="623"/>
                    </a:cubicBezTo>
                    <a:cubicBezTo>
                      <a:pt x="227" y="638"/>
                      <a:pt x="241" y="638"/>
                      <a:pt x="270" y="652"/>
                    </a:cubicBezTo>
                    <a:lnTo>
                      <a:pt x="331" y="652"/>
                    </a:lnTo>
                    <a:cubicBezTo>
                      <a:pt x="421" y="652"/>
                      <a:pt x="496" y="623"/>
                      <a:pt x="557" y="548"/>
                    </a:cubicBezTo>
                    <a:cubicBezTo>
                      <a:pt x="614" y="487"/>
                      <a:pt x="661" y="412"/>
                      <a:pt x="661" y="322"/>
                    </a:cubicBezTo>
                    <a:cubicBezTo>
                      <a:pt x="661" y="308"/>
                      <a:pt x="661" y="279"/>
                      <a:pt x="647" y="265"/>
                    </a:cubicBezTo>
                    <a:cubicBezTo>
                      <a:pt x="647" y="232"/>
                      <a:pt x="647" y="218"/>
                      <a:pt x="629" y="204"/>
                    </a:cubicBezTo>
                    <a:cubicBezTo>
                      <a:pt x="629" y="175"/>
                      <a:pt x="614" y="161"/>
                      <a:pt x="600" y="143"/>
                    </a:cubicBezTo>
                    <a:cubicBezTo>
                      <a:pt x="586" y="128"/>
                      <a:pt x="571" y="114"/>
                      <a:pt x="557" y="100"/>
                    </a:cubicBezTo>
                    <a:cubicBezTo>
                      <a:pt x="498" y="40"/>
                      <a:pt x="421" y="1"/>
                      <a:pt x="338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731;p53">
                <a:extLst>
                  <a:ext uri="{FF2B5EF4-FFF2-40B4-BE49-F238E27FC236}">
                    <a16:creationId xmlns:a16="http://schemas.microsoft.com/office/drawing/2014/main" id="{E7C407B7-D39A-367C-9C26-804495D710C2}"/>
                  </a:ext>
                </a:extLst>
              </p:cNvPr>
              <p:cNvSpPr/>
              <p:nvPr/>
            </p:nvSpPr>
            <p:spPr>
              <a:xfrm>
                <a:off x="5242822" y="2774234"/>
                <a:ext cx="313870" cy="137285"/>
              </a:xfrm>
              <a:custGeom>
                <a:avLst/>
                <a:gdLst/>
                <a:ahLst/>
                <a:cxnLst/>
                <a:rect l="l" t="t" r="r" b="b"/>
                <a:pathLst>
                  <a:path w="20030" h="8761" extrusionOk="0">
                    <a:moveTo>
                      <a:pt x="10013" y="1"/>
                    </a:moveTo>
                    <a:cubicBezTo>
                      <a:pt x="9834" y="1"/>
                      <a:pt x="9687" y="151"/>
                      <a:pt x="9687" y="331"/>
                    </a:cubicBezTo>
                    <a:cubicBezTo>
                      <a:pt x="9687" y="510"/>
                      <a:pt x="9834" y="661"/>
                      <a:pt x="10013" y="661"/>
                    </a:cubicBezTo>
                    <a:cubicBezTo>
                      <a:pt x="10193" y="661"/>
                      <a:pt x="10343" y="510"/>
                      <a:pt x="10343" y="331"/>
                    </a:cubicBezTo>
                    <a:cubicBezTo>
                      <a:pt x="10343" y="137"/>
                      <a:pt x="10193" y="1"/>
                      <a:pt x="10013" y="1"/>
                    </a:cubicBezTo>
                    <a:close/>
                    <a:moveTo>
                      <a:pt x="8305" y="147"/>
                    </a:moveTo>
                    <a:cubicBezTo>
                      <a:pt x="8288" y="147"/>
                      <a:pt x="8270" y="148"/>
                      <a:pt x="8252" y="151"/>
                    </a:cubicBezTo>
                    <a:cubicBezTo>
                      <a:pt x="8072" y="180"/>
                      <a:pt x="7950" y="345"/>
                      <a:pt x="7983" y="524"/>
                    </a:cubicBezTo>
                    <a:cubicBezTo>
                      <a:pt x="8011" y="689"/>
                      <a:pt x="8148" y="793"/>
                      <a:pt x="8309" y="793"/>
                    </a:cubicBezTo>
                    <a:lnTo>
                      <a:pt x="8370" y="793"/>
                    </a:lnTo>
                    <a:cubicBezTo>
                      <a:pt x="8535" y="765"/>
                      <a:pt x="8668" y="600"/>
                      <a:pt x="8625" y="420"/>
                    </a:cubicBezTo>
                    <a:cubicBezTo>
                      <a:pt x="8599" y="259"/>
                      <a:pt x="8463" y="147"/>
                      <a:pt x="8305" y="147"/>
                    </a:cubicBezTo>
                    <a:close/>
                    <a:moveTo>
                      <a:pt x="11714" y="147"/>
                    </a:moveTo>
                    <a:cubicBezTo>
                      <a:pt x="11564" y="147"/>
                      <a:pt x="11417" y="259"/>
                      <a:pt x="11391" y="420"/>
                    </a:cubicBezTo>
                    <a:cubicBezTo>
                      <a:pt x="11358" y="600"/>
                      <a:pt x="11480" y="765"/>
                      <a:pt x="11660" y="793"/>
                    </a:cubicBezTo>
                    <a:lnTo>
                      <a:pt x="11717" y="793"/>
                    </a:lnTo>
                    <a:cubicBezTo>
                      <a:pt x="11868" y="793"/>
                      <a:pt x="12004" y="689"/>
                      <a:pt x="12033" y="524"/>
                    </a:cubicBezTo>
                    <a:cubicBezTo>
                      <a:pt x="12062" y="345"/>
                      <a:pt x="11943" y="180"/>
                      <a:pt x="11764" y="151"/>
                    </a:cubicBezTo>
                    <a:cubicBezTo>
                      <a:pt x="11747" y="148"/>
                      <a:pt x="11731" y="147"/>
                      <a:pt x="11714" y="147"/>
                    </a:cubicBezTo>
                    <a:close/>
                    <a:moveTo>
                      <a:pt x="6655" y="581"/>
                    </a:moveTo>
                    <a:cubicBezTo>
                      <a:pt x="6619" y="581"/>
                      <a:pt x="6583" y="587"/>
                      <a:pt x="6548" y="600"/>
                    </a:cubicBezTo>
                    <a:lnTo>
                      <a:pt x="6548" y="614"/>
                    </a:lnTo>
                    <a:cubicBezTo>
                      <a:pt x="6383" y="675"/>
                      <a:pt x="6293" y="854"/>
                      <a:pt x="6354" y="1034"/>
                    </a:cubicBezTo>
                    <a:cubicBezTo>
                      <a:pt x="6397" y="1152"/>
                      <a:pt x="6516" y="1242"/>
                      <a:pt x="6652" y="1242"/>
                    </a:cubicBezTo>
                    <a:cubicBezTo>
                      <a:pt x="6695" y="1242"/>
                      <a:pt x="6727" y="1242"/>
                      <a:pt x="6770" y="1228"/>
                    </a:cubicBezTo>
                    <a:cubicBezTo>
                      <a:pt x="6935" y="1152"/>
                      <a:pt x="7025" y="973"/>
                      <a:pt x="6964" y="808"/>
                    </a:cubicBezTo>
                    <a:cubicBezTo>
                      <a:pt x="6919" y="666"/>
                      <a:pt x="6789" y="581"/>
                      <a:pt x="6655" y="581"/>
                    </a:cubicBezTo>
                    <a:close/>
                    <a:moveTo>
                      <a:pt x="13368" y="581"/>
                    </a:moveTo>
                    <a:cubicBezTo>
                      <a:pt x="13232" y="581"/>
                      <a:pt x="13110" y="664"/>
                      <a:pt x="13062" y="793"/>
                    </a:cubicBezTo>
                    <a:cubicBezTo>
                      <a:pt x="12991" y="973"/>
                      <a:pt x="13080" y="1152"/>
                      <a:pt x="13260" y="1213"/>
                    </a:cubicBezTo>
                    <a:cubicBezTo>
                      <a:pt x="13288" y="1228"/>
                      <a:pt x="13332" y="1242"/>
                      <a:pt x="13364" y="1242"/>
                    </a:cubicBezTo>
                    <a:cubicBezTo>
                      <a:pt x="13497" y="1242"/>
                      <a:pt x="13619" y="1152"/>
                      <a:pt x="13676" y="1019"/>
                    </a:cubicBezTo>
                    <a:cubicBezTo>
                      <a:pt x="13737" y="854"/>
                      <a:pt x="13647" y="661"/>
                      <a:pt x="13482" y="600"/>
                    </a:cubicBezTo>
                    <a:cubicBezTo>
                      <a:pt x="13444" y="587"/>
                      <a:pt x="13405" y="581"/>
                      <a:pt x="13368" y="581"/>
                    </a:cubicBezTo>
                    <a:close/>
                    <a:moveTo>
                      <a:pt x="14920" y="1304"/>
                    </a:moveTo>
                    <a:cubicBezTo>
                      <a:pt x="14804" y="1304"/>
                      <a:pt x="14695" y="1365"/>
                      <a:pt x="14634" y="1468"/>
                    </a:cubicBezTo>
                    <a:cubicBezTo>
                      <a:pt x="14544" y="1633"/>
                      <a:pt x="14587" y="1827"/>
                      <a:pt x="14752" y="1916"/>
                    </a:cubicBezTo>
                    <a:cubicBezTo>
                      <a:pt x="14799" y="1945"/>
                      <a:pt x="14856" y="1959"/>
                      <a:pt x="14917" y="1959"/>
                    </a:cubicBezTo>
                    <a:cubicBezTo>
                      <a:pt x="15021" y="1959"/>
                      <a:pt x="15143" y="1902"/>
                      <a:pt x="15201" y="1794"/>
                    </a:cubicBezTo>
                    <a:cubicBezTo>
                      <a:pt x="15290" y="1647"/>
                      <a:pt x="15233" y="1436"/>
                      <a:pt x="15082" y="1346"/>
                    </a:cubicBezTo>
                    <a:cubicBezTo>
                      <a:pt x="15030" y="1317"/>
                      <a:pt x="14974" y="1304"/>
                      <a:pt x="14920" y="1304"/>
                    </a:cubicBezTo>
                    <a:close/>
                    <a:moveTo>
                      <a:pt x="5116" y="1318"/>
                    </a:moveTo>
                    <a:cubicBezTo>
                      <a:pt x="5058" y="1318"/>
                      <a:pt x="5000" y="1333"/>
                      <a:pt x="4948" y="1364"/>
                    </a:cubicBezTo>
                    <a:cubicBezTo>
                      <a:pt x="4783" y="1454"/>
                      <a:pt x="4740" y="1647"/>
                      <a:pt x="4830" y="1812"/>
                    </a:cubicBezTo>
                    <a:cubicBezTo>
                      <a:pt x="4887" y="1916"/>
                      <a:pt x="4991" y="1974"/>
                      <a:pt x="5113" y="1974"/>
                    </a:cubicBezTo>
                    <a:cubicBezTo>
                      <a:pt x="5156" y="1974"/>
                      <a:pt x="5217" y="1959"/>
                      <a:pt x="5278" y="1916"/>
                    </a:cubicBezTo>
                    <a:cubicBezTo>
                      <a:pt x="5425" y="1841"/>
                      <a:pt x="5486" y="1633"/>
                      <a:pt x="5396" y="1482"/>
                    </a:cubicBezTo>
                    <a:cubicBezTo>
                      <a:pt x="5337" y="1374"/>
                      <a:pt x="5227" y="1318"/>
                      <a:pt x="5116" y="1318"/>
                    </a:cubicBezTo>
                    <a:close/>
                    <a:moveTo>
                      <a:pt x="3714" y="2299"/>
                    </a:moveTo>
                    <a:cubicBezTo>
                      <a:pt x="3636" y="2299"/>
                      <a:pt x="3559" y="2325"/>
                      <a:pt x="3499" y="2379"/>
                    </a:cubicBezTo>
                    <a:cubicBezTo>
                      <a:pt x="3362" y="2483"/>
                      <a:pt x="3348" y="2691"/>
                      <a:pt x="3452" y="2828"/>
                    </a:cubicBezTo>
                    <a:cubicBezTo>
                      <a:pt x="3527" y="2917"/>
                      <a:pt x="3617" y="2946"/>
                      <a:pt x="3707" y="2946"/>
                    </a:cubicBezTo>
                    <a:cubicBezTo>
                      <a:pt x="3782" y="2946"/>
                      <a:pt x="3857" y="2917"/>
                      <a:pt x="3915" y="2871"/>
                    </a:cubicBezTo>
                    <a:cubicBezTo>
                      <a:pt x="4051" y="2752"/>
                      <a:pt x="4080" y="2544"/>
                      <a:pt x="3961" y="2408"/>
                    </a:cubicBezTo>
                    <a:cubicBezTo>
                      <a:pt x="3897" y="2336"/>
                      <a:pt x="3805" y="2299"/>
                      <a:pt x="3714" y="2299"/>
                    </a:cubicBezTo>
                    <a:close/>
                    <a:moveTo>
                      <a:pt x="16316" y="2284"/>
                    </a:moveTo>
                    <a:cubicBezTo>
                      <a:pt x="16224" y="2284"/>
                      <a:pt x="16135" y="2326"/>
                      <a:pt x="16069" y="2408"/>
                    </a:cubicBezTo>
                    <a:cubicBezTo>
                      <a:pt x="15950" y="2544"/>
                      <a:pt x="15965" y="2752"/>
                      <a:pt x="16112" y="2856"/>
                    </a:cubicBezTo>
                    <a:cubicBezTo>
                      <a:pt x="16173" y="2917"/>
                      <a:pt x="16248" y="2946"/>
                      <a:pt x="16323" y="2946"/>
                    </a:cubicBezTo>
                    <a:cubicBezTo>
                      <a:pt x="16413" y="2946"/>
                      <a:pt x="16503" y="2903"/>
                      <a:pt x="16560" y="2828"/>
                    </a:cubicBezTo>
                    <a:cubicBezTo>
                      <a:pt x="16682" y="2677"/>
                      <a:pt x="16668" y="2483"/>
                      <a:pt x="16531" y="2365"/>
                    </a:cubicBezTo>
                    <a:cubicBezTo>
                      <a:pt x="16465" y="2311"/>
                      <a:pt x="16389" y="2284"/>
                      <a:pt x="16316" y="2284"/>
                    </a:cubicBezTo>
                    <a:close/>
                    <a:moveTo>
                      <a:pt x="17529" y="3494"/>
                    </a:moveTo>
                    <a:cubicBezTo>
                      <a:pt x="17454" y="3494"/>
                      <a:pt x="17377" y="3520"/>
                      <a:pt x="17310" y="3574"/>
                    </a:cubicBezTo>
                    <a:cubicBezTo>
                      <a:pt x="17174" y="3696"/>
                      <a:pt x="17159" y="3889"/>
                      <a:pt x="17278" y="4036"/>
                    </a:cubicBezTo>
                    <a:cubicBezTo>
                      <a:pt x="17339" y="4112"/>
                      <a:pt x="17428" y="4144"/>
                      <a:pt x="17518" y="4144"/>
                    </a:cubicBezTo>
                    <a:cubicBezTo>
                      <a:pt x="17608" y="4144"/>
                      <a:pt x="17683" y="4126"/>
                      <a:pt x="17744" y="4069"/>
                    </a:cubicBezTo>
                    <a:cubicBezTo>
                      <a:pt x="17877" y="3947"/>
                      <a:pt x="17891" y="3753"/>
                      <a:pt x="17773" y="3606"/>
                    </a:cubicBezTo>
                    <a:cubicBezTo>
                      <a:pt x="17708" y="3532"/>
                      <a:pt x="17620" y="3494"/>
                      <a:pt x="17529" y="3494"/>
                    </a:cubicBezTo>
                    <a:close/>
                    <a:moveTo>
                      <a:pt x="2500" y="3505"/>
                    </a:moveTo>
                    <a:cubicBezTo>
                      <a:pt x="2405" y="3505"/>
                      <a:pt x="2310" y="3544"/>
                      <a:pt x="2243" y="3620"/>
                    </a:cubicBezTo>
                    <a:cubicBezTo>
                      <a:pt x="2139" y="3753"/>
                      <a:pt x="2153" y="3965"/>
                      <a:pt x="2286" y="4083"/>
                    </a:cubicBezTo>
                    <a:cubicBezTo>
                      <a:pt x="2347" y="4126"/>
                      <a:pt x="2422" y="4158"/>
                      <a:pt x="2498" y="4158"/>
                    </a:cubicBezTo>
                    <a:cubicBezTo>
                      <a:pt x="2587" y="4158"/>
                      <a:pt x="2691" y="4112"/>
                      <a:pt x="2749" y="4036"/>
                    </a:cubicBezTo>
                    <a:cubicBezTo>
                      <a:pt x="2871" y="3904"/>
                      <a:pt x="2856" y="3696"/>
                      <a:pt x="2706" y="3574"/>
                    </a:cubicBezTo>
                    <a:cubicBezTo>
                      <a:pt x="2646" y="3528"/>
                      <a:pt x="2573" y="3505"/>
                      <a:pt x="2500" y="3505"/>
                    </a:cubicBezTo>
                    <a:close/>
                    <a:moveTo>
                      <a:pt x="18501" y="4891"/>
                    </a:moveTo>
                    <a:cubicBezTo>
                      <a:pt x="18447" y="4891"/>
                      <a:pt x="18392" y="4905"/>
                      <a:pt x="18339" y="4933"/>
                    </a:cubicBezTo>
                    <a:cubicBezTo>
                      <a:pt x="18192" y="5023"/>
                      <a:pt x="18131" y="5220"/>
                      <a:pt x="18235" y="5382"/>
                    </a:cubicBezTo>
                    <a:lnTo>
                      <a:pt x="18221" y="5382"/>
                    </a:lnTo>
                    <a:cubicBezTo>
                      <a:pt x="18282" y="5489"/>
                      <a:pt x="18400" y="5547"/>
                      <a:pt x="18504" y="5547"/>
                    </a:cubicBezTo>
                    <a:cubicBezTo>
                      <a:pt x="18565" y="5547"/>
                      <a:pt x="18623" y="5532"/>
                      <a:pt x="18669" y="5504"/>
                    </a:cubicBezTo>
                    <a:cubicBezTo>
                      <a:pt x="18835" y="5414"/>
                      <a:pt x="18878" y="5220"/>
                      <a:pt x="18788" y="5055"/>
                    </a:cubicBezTo>
                    <a:cubicBezTo>
                      <a:pt x="18727" y="4953"/>
                      <a:pt x="18617" y="4891"/>
                      <a:pt x="18501" y="4891"/>
                    </a:cubicBezTo>
                    <a:close/>
                    <a:moveTo>
                      <a:pt x="1516" y="4905"/>
                    </a:moveTo>
                    <a:cubicBezTo>
                      <a:pt x="1405" y="4905"/>
                      <a:pt x="1301" y="4961"/>
                      <a:pt x="1242" y="5070"/>
                    </a:cubicBezTo>
                    <a:cubicBezTo>
                      <a:pt x="1152" y="5220"/>
                      <a:pt x="1196" y="5428"/>
                      <a:pt x="1361" y="5518"/>
                    </a:cubicBezTo>
                    <a:cubicBezTo>
                      <a:pt x="1404" y="5547"/>
                      <a:pt x="1465" y="5561"/>
                      <a:pt x="1526" y="5561"/>
                    </a:cubicBezTo>
                    <a:cubicBezTo>
                      <a:pt x="1630" y="5561"/>
                      <a:pt x="1748" y="5504"/>
                      <a:pt x="1795" y="5400"/>
                    </a:cubicBezTo>
                    <a:cubicBezTo>
                      <a:pt x="1899" y="5235"/>
                      <a:pt x="1838" y="5041"/>
                      <a:pt x="1691" y="4951"/>
                    </a:cubicBezTo>
                    <a:cubicBezTo>
                      <a:pt x="1634" y="4921"/>
                      <a:pt x="1574" y="4905"/>
                      <a:pt x="1516" y="4905"/>
                    </a:cubicBezTo>
                    <a:close/>
                    <a:moveTo>
                      <a:pt x="19227" y="6441"/>
                    </a:moveTo>
                    <a:cubicBezTo>
                      <a:pt x="19192" y="6441"/>
                      <a:pt x="19155" y="6446"/>
                      <a:pt x="19118" y="6458"/>
                    </a:cubicBezTo>
                    <a:cubicBezTo>
                      <a:pt x="18953" y="6519"/>
                      <a:pt x="18863" y="6713"/>
                      <a:pt x="18924" y="6878"/>
                    </a:cubicBezTo>
                    <a:cubicBezTo>
                      <a:pt x="18982" y="7014"/>
                      <a:pt x="19104" y="7086"/>
                      <a:pt x="19236" y="7086"/>
                    </a:cubicBezTo>
                    <a:cubicBezTo>
                      <a:pt x="19269" y="7086"/>
                      <a:pt x="19312" y="7086"/>
                      <a:pt x="19340" y="7071"/>
                    </a:cubicBezTo>
                    <a:cubicBezTo>
                      <a:pt x="19520" y="7014"/>
                      <a:pt x="19609" y="6817"/>
                      <a:pt x="19538" y="6655"/>
                    </a:cubicBezTo>
                    <a:cubicBezTo>
                      <a:pt x="19489" y="6524"/>
                      <a:pt x="19366" y="6441"/>
                      <a:pt x="19227" y="6441"/>
                    </a:cubicBezTo>
                    <a:close/>
                    <a:moveTo>
                      <a:pt x="798" y="6457"/>
                    </a:moveTo>
                    <a:cubicBezTo>
                      <a:pt x="661" y="6457"/>
                      <a:pt x="540" y="6540"/>
                      <a:pt x="492" y="6670"/>
                    </a:cubicBezTo>
                    <a:cubicBezTo>
                      <a:pt x="435" y="6835"/>
                      <a:pt x="507" y="7028"/>
                      <a:pt x="686" y="7086"/>
                    </a:cubicBezTo>
                    <a:cubicBezTo>
                      <a:pt x="718" y="7104"/>
                      <a:pt x="761" y="7104"/>
                      <a:pt x="794" y="7104"/>
                    </a:cubicBezTo>
                    <a:cubicBezTo>
                      <a:pt x="926" y="7104"/>
                      <a:pt x="1063" y="7028"/>
                      <a:pt x="1106" y="6892"/>
                    </a:cubicBezTo>
                    <a:cubicBezTo>
                      <a:pt x="1167" y="6727"/>
                      <a:pt x="1077" y="6533"/>
                      <a:pt x="912" y="6476"/>
                    </a:cubicBezTo>
                    <a:cubicBezTo>
                      <a:pt x="874" y="6463"/>
                      <a:pt x="835" y="6457"/>
                      <a:pt x="798" y="6457"/>
                    </a:cubicBezTo>
                    <a:close/>
                    <a:moveTo>
                      <a:pt x="19685" y="8085"/>
                    </a:moveTo>
                    <a:cubicBezTo>
                      <a:pt x="19666" y="8085"/>
                      <a:pt x="19647" y="8087"/>
                      <a:pt x="19627" y="8090"/>
                    </a:cubicBezTo>
                    <a:cubicBezTo>
                      <a:pt x="19448" y="8133"/>
                      <a:pt x="19326" y="8298"/>
                      <a:pt x="19358" y="8478"/>
                    </a:cubicBezTo>
                    <a:cubicBezTo>
                      <a:pt x="19387" y="8628"/>
                      <a:pt x="19520" y="8747"/>
                      <a:pt x="19685" y="8747"/>
                    </a:cubicBezTo>
                    <a:cubicBezTo>
                      <a:pt x="19699" y="8747"/>
                      <a:pt x="19717" y="8747"/>
                      <a:pt x="19731" y="8732"/>
                    </a:cubicBezTo>
                    <a:cubicBezTo>
                      <a:pt x="19911" y="8700"/>
                      <a:pt x="20029" y="8539"/>
                      <a:pt x="20000" y="8359"/>
                    </a:cubicBezTo>
                    <a:cubicBezTo>
                      <a:pt x="19972" y="8199"/>
                      <a:pt x="19840" y="8085"/>
                      <a:pt x="19685" y="8085"/>
                    </a:cubicBezTo>
                    <a:close/>
                    <a:moveTo>
                      <a:pt x="349" y="8099"/>
                    </a:moveTo>
                    <a:cubicBezTo>
                      <a:pt x="201" y="8099"/>
                      <a:pt x="55" y="8214"/>
                      <a:pt x="30" y="8374"/>
                    </a:cubicBezTo>
                    <a:cubicBezTo>
                      <a:pt x="1" y="8553"/>
                      <a:pt x="119" y="8718"/>
                      <a:pt x="299" y="8761"/>
                    </a:cubicBezTo>
                    <a:lnTo>
                      <a:pt x="360" y="8761"/>
                    </a:lnTo>
                    <a:cubicBezTo>
                      <a:pt x="507" y="8761"/>
                      <a:pt x="643" y="8643"/>
                      <a:pt x="672" y="8492"/>
                    </a:cubicBezTo>
                    <a:cubicBezTo>
                      <a:pt x="704" y="8313"/>
                      <a:pt x="582" y="8133"/>
                      <a:pt x="403" y="8104"/>
                    </a:cubicBezTo>
                    <a:cubicBezTo>
                      <a:pt x="385" y="8101"/>
                      <a:pt x="367" y="8099"/>
                      <a:pt x="349" y="8099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732;p53">
                <a:extLst>
                  <a:ext uri="{FF2B5EF4-FFF2-40B4-BE49-F238E27FC236}">
                    <a16:creationId xmlns:a16="http://schemas.microsoft.com/office/drawing/2014/main" id="{9E5023EE-3E3F-C135-78A1-4EA11E9D490C}"/>
                  </a:ext>
                </a:extLst>
              </p:cNvPr>
              <p:cNvSpPr/>
              <p:nvPr/>
            </p:nvSpPr>
            <p:spPr>
              <a:xfrm>
                <a:off x="5548465" y="2927957"/>
                <a:ext cx="10076" cy="10264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55" extrusionOk="0">
                    <a:moveTo>
                      <a:pt x="323" y="0"/>
                    </a:moveTo>
                    <a:cubicBezTo>
                      <a:pt x="237" y="0"/>
                      <a:pt x="151" y="34"/>
                      <a:pt x="90" y="103"/>
                    </a:cubicBezTo>
                    <a:cubicBezTo>
                      <a:pt x="61" y="131"/>
                      <a:pt x="33" y="164"/>
                      <a:pt x="15" y="207"/>
                    </a:cubicBezTo>
                    <a:cubicBezTo>
                      <a:pt x="0" y="235"/>
                      <a:pt x="0" y="282"/>
                      <a:pt x="0" y="325"/>
                    </a:cubicBezTo>
                    <a:cubicBezTo>
                      <a:pt x="0" y="415"/>
                      <a:pt x="33" y="490"/>
                      <a:pt x="90" y="551"/>
                    </a:cubicBezTo>
                    <a:cubicBezTo>
                      <a:pt x="151" y="626"/>
                      <a:pt x="241" y="655"/>
                      <a:pt x="330" y="655"/>
                    </a:cubicBezTo>
                    <a:cubicBezTo>
                      <a:pt x="406" y="655"/>
                      <a:pt x="495" y="626"/>
                      <a:pt x="553" y="551"/>
                    </a:cubicBezTo>
                    <a:cubicBezTo>
                      <a:pt x="614" y="490"/>
                      <a:pt x="642" y="415"/>
                      <a:pt x="642" y="325"/>
                    </a:cubicBezTo>
                    <a:cubicBezTo>
                      <a:pt x="642" y="282"/>
                      <a:pt x="642" y="235"/>
                      <a:pt x="628" y="207"/>
                    </a:cubicBezTo>
                    <a:cubicBezTo>
                      <a:pt x="614" y="164"/>
                      <a:pt x="585" y="131"/>
                      <a:pt x="553" y="103"/>
                    </a:cubicBezTo>
                    <a:cubicBezTo>
                      <a:pt x="494" y="34"/>
                      <a:pt x="408" y="0"/>
                      <a:pt x="323" y="0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733;p53">
                <a:extLst>
                  <a:ext uri="{FF2B5EF4-FFF2-40B4-BE49-F238E27FC236}">
                    <a16:creationId xmlns:a16="http://schemas.microsoft.com/office/drawing/2014/main" id="{2C4C5870-E4D7-B43E-76FB-90AF08452FE8}"/>
                  </a:ext>
                </a:extLst>
              </p:cNvPr>
              <p:cNvSpPr/>
              <p:nvPr/>
            </p:nvSpPr>
            <p:spPr>
              <a:xfrm>
                <a:off x="5303935" y="2927957"/>
                <a:ext cx="10358" cy="10264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55" extrusionOk="0">
                    <a:moveTo>
                      <a:pt x="323" y="0"/>
                    </a:moveTo>
                    <a:cubicBezTo>
                      <a:pt x="237" y="0"/>
                      <a:pt x="151" y="34"/>
                      <a:pt x="90" y="103"/>
                    </a:cubicBezTo>
                    <a:cubicBezTo>
                      <a:pt x="61" y="131"/>
                      <a:pt x="47" y="164"/>
                      <a:pt x="15" y="207"/>
                    </a:cubicBezTo>
                    <a:cubicBezTo>
                      <a:pt x="0" y="235"/>
                      <a:pt x="0" y="282"/>
                      <a:pt x="0" y="325"/>
                    </a:cubicBezTo>
                    <a:lnTo>
                      <a:pt x="0" y="386"/>
                    </a:lnTo>
                    <a:cubicBezTo>
                      <a:pt x="15" y="415"/>
                      <a:pt x="15" y="433"/>
                      <a:pt x="15" y="447"/>
                    </a:cubicBezTo>
                    <a:cubicBezTo>
                      <a:pt x="33" y="476"/>
                      <a:pt x="47" y="490"/>
                      <a:pt x="61" y="504"/>
                    </a:cubicBezTo>
                    <a:cubicBezTo>
                      <a:pt x="61" y="522"/>
                      <a:pt x="76" y="551"/>
                      <a:pt x="90" y="551"/>
                    </a:cubicBezTo>
                    <a:cubicBezTo>
                      <a:pt x="151" y="626"/>
                      <a:pt x="241" y="655"/>
                      <a:pt x="330" y="655"/>
                    </a:cubicBezTo>
                    <a:cubicBezTo>
                      <a:pt x="420" y="655"/>
                      <a:pt x="495" y="626"/>
                      <a:pt x="553" y="551"/>
                    </a:cubicBezTo>
                    <a:cubicBezTo>
                      <a:pt x="614" y="490"/>
                      <a:pt x="660" y="415"/>
                      <a:pt x="660" y="325"/>
                    </a:cubicBezTo>
                    <a:cubicBezTo>
                      <a:pt x="660" y="282"/>
                      <a:pt x="643" y="235"/>
                      <a:pt x="628" y="207"/>
                    </a:cubicBezTo>
                    <a:cubicBezTo>
                      <a:pt x="614" y="164"/>
                      <a:pt x="585" y="131"/>
                      <a:pt x="553" y="103"/>
                    </a:cubicBezTo>
                    <a:cubicBezTo>
                      <a:pt x="494" y="34"/>
                      <a:pt x="408" y="0"/>
                      <a:pt x="323" y="0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734;p53">
                <a:extLst>
                  <a:ext uri="{FF2B5EF4-FFF2-40B4-BE49-F238E27FC236}">
                    <a16:creationId xmlns:a16="http://schemas.microsoft.com/office/drawing/2014/main" id="{71070A7A-A81F-FEB7-1F92-53D144CE744C}"/>
                  </a:ext>
                </a:extLst>
              </p:cNvPr>
              <p:cNvSpPr/>
              <p:nvPr/>
            </p:nvSpPr>
            <p:spPr>
              <a:xfrm>
                <a:off x="5306974" y="2838137"/>
                <a:ext cx="185517" cy="74574"/>
              </a:xfrm>
              <a:custGeom>
                <a:avLst/>
                <a:gdLst/>
                <a:ahLst/>
                <a:cxnLst/>
                <a:rect l="l" t="t" r="r" b="b"/>
                <a:pathLst>
                  <a:path w="11839" h="4759" extrusionOk="0">
                    <a:moveTo>
                      <a:pt x="5108" y="1"/>
                    </a:moveTo>
                    <a:cubicBezTo>
                      <a:pt x="5091" y="1"/>
                      <a:pt x="5073" y="2"/>
                      <a:pt x="5055" y="5"/>
                    </a:cubicBezTo>
                    <a:cubicBezTo>
                      <a:pt x="4875" y="34"/>
                      <a:pt x="4753" y="199"/>
                      <a:pt x="4771" y="378"/>
                    </a:cubicBezTo>
                    <a:cubicBezTo>
                      <a:pt x="4800" y="543"/>
                      <a:pt x="4933" y="647"/>
                      <a:pt x="5098" y="647"/>
                    </a:cubicBezTo>
                    <a:lnTo>
                      <a:pt x="5144" y="647"/>
                    </a:lnTo>
                    <a:cubicBezTo>
                      <a:pt x="5324" y="619"/>
                      <a:pt x="5442" y="454"/>
                      <a:pt x="5428" y="274"/>
                    </a:cubicBezTo>
                    <a:cubicBezTo>
                      <a:pt x="5402" y="113"/>
                      <a:pt x="5266" y="1"/>
                      <a:pt x="5108" y="1"/>
                    </a:cubicBezTo>
                    <a:close/>
                    <a:moveTo>
                      <a:pt x="6734" y="1"/>
                    </a:moveTo>
                    <a:cubicBezTo>
                      <a:pt x="6576" y="1"/>
                      <a:pt x="6442" y="113"/>
                      <a:pt x="6429" y="274"/>
                    </a:cubicBezTo>
                    <a:cubicBezTo>
                      <a:pt x="6400" y="454"/>
                      <a:pt x="6518" y="619"/>
                      <a:pt x="6698" y="647"/>
                    </a:cubicBezTo>
                    <a:lnTo>
                      <a:pt x="6744" y="647"/>
                    </a:lnTo>
                    <a:cubicBezTo>
                      <a:pt x="6906" y="647"/>
                      <a:pt x="7042" y="543"/>
                      <a:pt x="7071" y="378"/>
                    </a:cubicBezTo>
                    <a:cubicBezTo>
                      <a:pt x="7085" y="199"/>
                      <a:pt x="6967" y="19"/>
                      <a:pt x="6787" y="5"/>
                    </a:cubicBezTo>
                    <a:cubicBezTo>
                      <a:pt x="6769" y="2"/>
                      <a:pt x="6751" y="1"/>
                      <a:pt x="6734" y="1"/>
                    </a:cubicBezTo>
                    <a:close/>
                    <a:moveTo>
                      <a:pt x="3524" y="466"/>
                    </a:moveTo>
                    <a:cubicBezTo>
                      <a:pt x="3476" y="466"/>
                      <a:pt x="3426" y="476"/>
                      <a:pt x="3379" y="497"/>
                    </a:cubicBezTo>
                    <a:cubicBezTo>
                      <a:pt x="3214" y="572"/>
                      <a:pt x="3139" y="766"/>
                      <a:pt x="3214" y="931"/>
                    </a:cubicBezTo>
                    <a:cubicBezTo>
                      <a:pt x="3275" y="1053"/>
                      <a:pt x="3394" y="1110"/>
                      <a:pt x="3516" y="1110"/>
                    </a:cubicBezTo>
                    <a:cubicBezTo>
                      <a:pt x="3559" y="1110"/>
                      <a:pt x="3605" y="1110"/>
                      <a:pt x="3648" y="1096"/>
                    </a:cubicBezTo>
                    <a:cubicBezTo>
                      <a:pt x="3813" y="1006"/>
                      <a:pt x="3889" y="812"/>
                      <a:pt x="3813" y="647"/>
                    </a:cubicBezTo>
                    <a:cubicBezTo>
                      <a:pt x="3760" y="529"/>
                      <a:pt x="3645" y="466"/>
                      <a:pt x="3524" y="466"/>
                    </a:cubicBezTo>
                    <a:close/>
                    <a:moveTo>
                      <a:pt x="8329" y="453"/>
                    </a:moveTo>
                    <a:cubicBezTo>
                      <a:pt x="8204" y="453"/>
                      <a:pt x="8084" y="526"/>
                      <a:pt x="8029" y="647"/>
                    </a:cubicBezTo>
                    <a:cubicBezTo>
                      <a:pt x="7953" y="812"/>
                      <a:pt x="8029" y="1006"/>
                      <a:pt x="8194" y="1081"/>
                    </a:cubicBezTo>
                    <a:cubicBezTo>
                      <a:pt x="8237" y="1110"/>
                      <a:pt x="8283" y="1110"/>
                      <a:pt x="8326" y="1110"/>
                    </a:cubicBezTo>
                    <a:cubicBezTo>
                      <a:pt x="8448" y="1110"/>
                      <a:pt x="8567" y="1035"/>
                      <a:pt x="8628" y="931"/>
                    </a:cubicBezTo>
                    <a:cubicBezTo>
                      <a:pt x="8699" y="751"/>
                      <a:pt x="8628" y="572"/>
                      <a:pt x="8463" y="482"/>
                    </a:cubicBezTo>
                    <a:cubicBezTo>
                      <a:pt x="8419" y="462"/>
                      <a:pt x="8373" y="453"/>
                      <a:pt x="8329" y="453"/>
                    </a:cubicBezTo>
                    <a:close/>
                    <a:moveTo>
                      <a:pt x="2131" y="1360"/>
                    </a:moveTo>
                    <a:cubicBezTo>
                      <a:pt x="2054" y="1360"/>
                      <a:pt x="1976" y="1386"/>
                      <a:pt x="1916" y="1440"/>
                    </a:cubicBezTo>
                    <a:cubicBezTo>
                      <a:pt x="1779" y="1558"/>
                      <a:pt x="1765" y="1752"/>
                      <a:pt x="1883" y="1903"/>
                    </a:cubicBezTo>
                    <a:cubicBezTo>
                      <a:pt x="1944" y="1978"/>
                      <a:pt x="2034" y="2007"/>
                      <a:pt x="2138" y="2007"/>
                    </a:cubicBezTo>
                    <a:cubicBezTo>
                      <a:pt x="2213" y="2007"/>
                      <a:pt x="2289" y="1978"/>
                      <a:pt x="2350" y="1931"/>
                    </a:cubicBezTo>
                    <a:cubicBezTo>
                      <a:pt x="2483" y="1813"/>
                      <a:pt x="2497" y="1605"/>
                      <a:pt x="2379" y="1469"/>
                    </a:cubicBezTo>
                    <a:cubicBezTo>
                      <a:pt x="2314" y="1397"/>
                      <a:pt x="2223" y="1360"/>
                      <a:pt x="2131" y="1360"/>
                    </a:cubicBezTo>
                    <a:close/>
                    <a:moveTo>
                      <a:pt x="9711" y="1352"/>
                    </a:moveTo>
                    <a:cubicBezTo>
                      <a:pt x="9620" y="1352"/>
                      <a:pt x="9528" y="1389"/>
                      <a:pt x="9464" y="1469"/>
                    </a:cubicBezTo>
                    <a:cubicBezTo>
                      <a:pt x="9345" y="1605"/>
                      <a:pt x="9359" y="1813"/>
                      <a:pt x="9492" y="1931"/>
                    </a:cubicBezTo>
                    <a:cubicBezTo>
                      <a:pt x="9553" y="1978"/>
                      <a:pt x="9643" y="2007"/>
                      <a:pt x="9718" y="2007"/>
                    </a:cubicBezTo>
                    <a:cubicBezTo>
                      <a:pt x="9808" y="2007"/>
                      <a:pt x="9898" y="1964"/>
                      <a:pt x="9955" y="1888"/>
                    </a:cubicBezTo>
                    <a:cubicBezTo>
                      <a:pt x="10077" y="1752"/>
                      <a:pt x="10063" y="1544"/>
                      <a:pt x="9926" y="1426"/>
                    </a:cubicBezTo>
                    <a:cubicBezTo>
                      <a:pt x="9866" y="1378"/>
                      <a:pt x="9789" y="1352"/>
                      <a:pt x="9711" y="1352"/>
                    </a:cubicBezTo>
                    <a:close/>
                    <a:moveTo>
                      <a:pt x="1053" y="2600"/>
                    </a:moveTo>
                    <a:cubicBezTo>
                      <a:pt x="948" y="2600"/>
                      <a:pt x="845" y="2651"/>
                      <a:pt x="779" y="2757"/>
                    </a:cubicBezTo>
                    <a:cubicBezTo>
                      <a:pt x="675" y="2904"/>
                      <a:pt x="718" y="3097"/>
                      <a:pt x="883" y="3205"/>
                    </a:cubicBezTo>
                    <a:cubicBezTo>
                      <a:pt x="929" y="3234"/>
                      <a:pt x="987" y="3248"/>
                      <a:pt x="1048" y="3248"/>
                    </a:cubicBezTo>
                    <a:cubicBezTo>
                      <a:pt x="1166" y="3248"/>
                      <a:pt x="1274" y="3205"/>
                      <a:pt x="1331" y="3097"/>
                    </a:cubicBezTo>
                    <a:cubicBezTo>
                      <a:pt x="1421" y="2950"/>
                      <a:pt x="1378" y="2757"/>
                      <a:pt x="1227" y="2649"/>
                    </a:cubicBezTo>
                    <a:cubicBezTo>
                      <a:pt x="1172" y="2617"/>
                      <a:pt x="1112" y="2600"/>
                      <a:pt x="1053" y="2600"/>
                    </a:cubicBezTo>
                    <a:close/>
                    <a:moveTo>
                      <a:pt x="10794" y="2593"/>
                    </a:moveTo>
                    <a:cubicBezTo>
                      <a:pt x="10732" y="2593"/>
                      <a:pt x="10669" y="2611"/>
                      <a:pt x="10615" y="2649"/>
                    </a:cubicBezTo>
                    <a:cubicBezTo>
                      <a:pt x="10464" y="2739"/>
                      <a:pt x="10421" y="2950"/>
                      <a:pt x="10525" y="3097"/>
                    </a:cubicBezTo>
                    <a:cubicBezTo>
                      <a:pt x="10583" y="3187"/>
                      <a:pt x="10690" y="3248"/>
                      <a:pt x="10794" y="3248"/>
                    </a:cubicBezTo>
                    <a:cubicBezTo>
                      <a:pt x="10852" y="3248"/>
                      <a:pt x="10913" y="3234"/>
                      <a:pt x="10974" y="3205"/>
                    </a:cubicBezTo>
                    <a:cubicBezTo>
                      <a:pt x="11121" y="3097"/>
                      <a:pt x="11168" y="2904"/>
                      <a:pt x="11063" y="2739"/>
                    </a:cubicBezTo>
                    <a:cubicBezTo>
                      <a:pt x="11007" y="2646"/>
                      <a:pt x="10901" y="2593"/>
                      <a:pt x="10794" y="2593"/>
                    </a:cubicBezTo>
                    <a:close/>
                    <a:moveTo>
                      <a:pt x="11472" y="4091"/>
                    </a:moveTo>
                    <a:cubicBezTo>
                      <a:pt x="11444" y="4091"/>
                      <a:pt x="11417" y="4094"/>
                      <a:pt x="11390" y="4102"/>
                    </a:cubicBezTo>
                    <a:cubicBezTo>
                      <a:pt x="11211" y="4159"/>
                      <a:pt x="11121" y="4339"/>
                      <a:pt x="11168" y="4518"/>
                    </a:cubicBezTo>
                    <a:cubicBezTo>
                      <a:pt x="11211" y="4654"/>
                      <a:pt x="11333" y="4744"/>
                      <a:pt x="11480" y="4744"/>
                    </a:cubicBezTo>
                    <a:cubicBezTo>
                      <a:pt x="11512" y="4744"/>
                      <a:pt x="11541" y="4744"/>
                      <a:pt x="11569" y="4730"/>
                    </a:cubicBezTo>
                    <a:cubicBezTo>
                      <a:pt x="11749" y="4683"/>
                      <a:pt x="11838" y="4504"/>
                      <a:pt x="11795" y="4324"/>
                    </a:cubicBezTo>
                    <a:cubicBezTo>
                      <a:pt x="11756" y="4186"/>
                      <a:pt x="11614" y="4091"/>
                      <a:pt x="11472" y="4091"/>
                    </a:cubicBezTo>
                    <a:close/>
                    <a:moveTo>
                      <a:pt x="353" y="4099"/>
                    </a:moveTo>
                    <a:cubicBezTo>
                      <a:pt x="222" y="4099"/>
                      <a:pt x="96" y="4194"/>
                      <a:pt x="47" y="4339"/>
                    </a:cubicBezTo>
                    <a:cubicBezTo>
                      <a:pt x="0" y="4504"/>
                      <a:pt x="108" y="4683"/>
                      <a:pt x="269" y="4744"/>
                    </a:cubicBezTo>
                    <a:cubicBezTo>
                      <a:pt x="301" y="4744"/>
                      <a:pt x="330" y="4758"/>
                      <a:pt x="359" y="4758"/>
                    </a:cubicBezTo>
                    <a:cubicBezTo>
                      <a:pt x="510" y="4758"/>
                      <a:pt x="646" y="4654"/>
                      <a:pt x="675" y="4518"/>
                    </a:cubicBezTo>
                    <a:cubicBezTo>
                      <a:pt x="736" y="4339"/>
                      <a:pt x="628" y="4159"/>
                      <a:pt x="449" y="4116"/>
                    </a:cubicBezTo>
                    <a:cubicBezTo>
                      <a:pt x="417" y="4104"/>
                      <a:pt x="385" y="4099"/>
                      <a:pt x="353" y="4099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735;p53">
                <a:extLst>
                  <a:ext uri="{FF2B5EF4-FFF2-40B4-BE49-F238E27FC236}">
                    <a16:creationId xmlns:a16="http://schemas.microsoft.com/office/drawing/2014/main" id="{178DE58E-372A-BA9C-D3F0-35E4F49F30AF}"/>
                  </a:ext>
                </a:extLst>
              </p:cNvPr>
              <p:cNvSpPr/>
              <p:nvPr/>
            </p:nvSpPr>
            <p:spPr>
              <a:xfrm>
                <a:off x="5485440" y="2927957"/>
                <a:ext cx="10138" cy="10264"/>
              </a:xfrm>
              <a:custGeom>
                <a:avLst/>
                <a:gdLst/>
                <a:ahLst/>
                <a:cxnLst/>
                <a:rect l="l" t="t" r="r" b="b"/>
                <a:pathLst>
                  <a:path w="647" h="655" extrusionOk="0">
                    <a:moveTo>
                      <a:pt x="324" y="0"/>
                    </a:moveTo>
                    <a:cubicBezTo>
                      <a:pt x="238" y="0"/>
                      <a:pt x="152" y="34"/>
                      <a:pt x="91" y="103"/>
                    </a:cubicBezTo>
                    <a:cubicBezTo>
                      <a:pt x="33" y="164"/>
                      <a:pt x="1" y="235"/>
                      <a:pt x="1" y="325"/>
                    </a:cubicBezTo>
                    <a:cubicBezTo>
                      <a:pt x="1" y="415"/>
                      <a:pt x="33" y="490"/>
                      <a:pt x="91" y="551"/>
                    </a:cubicBezTo>
                    <a:cubicBezTo>
                      <a:pt x="152" y="626"/>
                      <a:pt x="241" y="655"/>
                      <a:pt x="331" y="655"/>
                    </a:cubicBezTo>
                    <a:cubicBezTo>
                      <a:pt x="421" y="655"/>
                      <a:pt x="496" y="626"/>
                      <a:pt x="557" y="551"/>
                    </a:cubicBezTo>
                    <a:cubicBezTo>
                      <a:pt x="614" y="490"/>
                      <a:pt x="647" y="415"/>
                      <a:pt x="647" y="325"/>
                    </a:cubicBezTo>
                    <a:cubicBezTo>
                      <a:pt x="647" y="235"/>
                      <a:pt x="614" y="164"/>
                      <a:pt x="557" y="103"/>
                    </a:cubicBezTo>
                    <a:cubicBezTo>
                      <a:pt x="496" y="34"/>
                      <a:pt x="410" y="0"/>
                      <a:pt x="324" y="0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736;p53">
                <a:extLst>
                  <a:ext uri="{FF2B5EF4-FFF2-40B4-BE49-F238E27FC236}">
                    <a16:creationId xmlns:a16="http://schemas.microsoft.com/office/drawing/2014/main" id="{CFBBCE88-522A-7E2C-B040-23E226F6F1DB}"/>
                  </a:ext>
                </a:extLst>
              </p:cNvPr>
              <p:cNvSpPr/>
              <p:nvPr/>
            </p:nvSpPr>
            <p:spPr>
              <a:xfrm>
                <a:off x="5859044" y="2953687"/>
                <a:ext cx="10358" cy="10060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42" extrusionOk="0">
                    <a:moveTo>
                      <a:pt x="323" y="0"/>
                    </a:moveTo>
                    <a:cubicBezTo>
                      <a:pt x="237" y="0"/>
                      <a:pt x="151" y="30"/>
                      <a:pt x="90" y="89"/>
                    </a:cubicBezTo>
                    <a:cubicBezTo>
                      <a:pt x="33" y="150"/>
                      <a:pt x="0" y="240"/>
                      <a:pt x="0" y="315"/>
                    </a:cubicBezTo>
                    <a:cubicBezTo>
                      <a:pt x="0" y="405"/>
                      <a:pt x="33" y="495"/>
                      <a:pt x="90" y="552"/>
                    </a:cubicBezTo>
                    <a:cubicBezTo>
                      <a:pt x="165" y="613"/>
                      <a:pt x="241" y="642"/>
                      <a:pt x="330" y="642"/>
                    </a:cubicBezTo>
                    <a:cubicBezTo>
                      <a:pt x="420" y="642"/>
                      <a:pt x="495" y="613"/>
                      <a:pt x="553" y="552"/>
                    </a:cubicBezTo>
                    <a:cubicBezTo>
                      <a:pt x="614" y="495"/>
                      <a:pt x="660" y="405"/>
                      <a:pt x="660" y="315"/>
                    </a:cubicBezTo>
                    <a:cubicBezTo>
                      <a:pt x="660" y="240"/>
                      <a:pt x="614" y="150"/>
                      <a:pt x="553" y="89"/>
                    </a:cubicBezTo>
                    <a:cubicBezTo>
                      <a:pt x="494" y="30"/>
                      <a:pt x="408" y="0"/>
                      <a:pt x="323" y="0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37;p53">
                <a:extLst>
                  <a:ext uri="{FF2B5EF4-FFF2-40B4-BE49-F238E27FC236}">
                    <a16:creationId xmlns:a16="http://schemas.microsoft.com/office/drawing/2014/main" id="{09DE54C8-E5B0-027A-6E91-D0E606556FD8}"/>
                  </a:ext>
                </a:extLst>
              </p:cNvPr>
              <p:cNvSpPr/>
              <p:nvPr/>
            </p:nvSpPr>
            <p:spPr>
              <a:xfrm>
                <a:off x="5552226" y="2980311"/>
                <a:ext cx="315265" cy="137802"/>
              </a:xfrm>
              <a:custGeom>
                <a:avLst/>
                <a:gdLst/>
                <a:ahLst/>
                <a:cxnLst/>
                <a:rect l="l" t="t" r="r" b="b"/>
                <a:pathLst>
                  <a:path w="20119" h="8794" extrusionOk="0">
                    <a:moveTo>
                      <a:pt x="19767" y="0"/>
                    </a:moveTo>
                    <a:cubicBezTo>
                      <a:pt x="19609" y="0"/>
                      <a:pt x="19472" y="112"/>
                      <a:pt x="19433" y="274"/>
                    </a:cubicBezTo>
                    <a:cubicBezTo>
                      <a:pt x="19401" y="453"/>
                      <a:pt x="19523" y="618"/>
                      <a:pt x="19702" y="661"/>
                    </a:cubicBezTo>
                    <a:lnTo>
                      <a:pt x="19760" y="661"/>
                    </a:lnTo>
                    <a:cubicBezTo>
                      <a:pt x="19910" y="661"/>
                      <a:pt x="20061" y="543"/>
                      <a:pt x="20090" y="392"/>
                    </a:cubicBezTo>
                    <a:cubicBezTo>
                      <a:pt x="20119" y="213"/>
                      <a:pt x="20000" y="33"/>
                      <a:pt x="19821" y="4"/>
                    </a:cubicBezTo>
                    <a:cubicBezTo>
                      <a:pt x="19803" y="2"/>
                      <a:pt x="19785" y="0"/>
                      <a:pt x="19767" y="0"/>
                    </a:cubicBezTo>
                    <a:close/>
                    <a:moveTo>
                      <a:pt x="352" y="15"/>
                    </a:moveTo>
                    <a:cubicBezTo>
                      <a:pt x="334" y="15"/>
                      <a:pt x="316" y="16"/>
                      <a:pt x="298" y="19"/>
                    </a:cubicBezTo>
                    <a:cubicBezTo>
                      <a:pt x="119" y="65"/>
                      <a:pt x="1" y="230"/>
                      <a:pt x="29" y="410"/>
                    </a:cubicBezTo>
                    <a:cubicBezTo>
                      <a:pt x="62" y="557"/>
                      <a:pt x="194" y="679"/>
                      <a:pt x="359" y="679"/>
                    </a:cubicBezTo>
                    <a:cubicBezTo>
                      <a:pt x="374" y="679"/>
                      <a:pt x="388" y="679"/>
                      <a:pt x="402" y="661"/>
                    </a:cubicBezTo>
                    <a:cubicBezTo>
                      <a:pt x="582" y="632"/>
                      <a:pt x="704" y="467"/>
                      <a:pt x="672" y="288"/>
                    </a:cubicBezTo>
                    <a:cubicBezTo>
                      <a:pt x="646" y="127"/>
                      <a:pt x="510" y="15"/>
                      <a:pt x="352" y="15"/>
                    </a:cubicBezTo>
                    <a:close/>
                    <a:moveTo>
                      <a:pt x="19319" y="1661"/>
                    </a:moveTo>
                    <a:cubicBezTo>
                      <a:pt x="19183" y="1661"/>
                      <a:pt x="19062" y="1744"/>
                      <a:pt x="19014" y="1873"/>
                    </a:cubicBezTo>
                    <a:cubicBezTo>
                      <a:pt x="18953" y="2053"/>
                      <a:pt x="19028" y="2232"/>
                      <a:pt x="19207" y="2293"/>
                    </a:cubicBezTo>
                    <a:cubicBezTo>
                      <a:pt x="19236" y="2308"/>
                      <a:pt x="19283" y="2322"/>
                      <a:pt x="19311" y="2322"/>
                    </a:cubicBezTo>
                    <a:cubicBezTo>
                      <a:pt x="19448" y="2322"/>
                      <a:pt x="19580" y="2232"/>
                      <a:pt x="19627" y="2114"/>
                    </a:cubicBezTo>
                    <a:cubicBezTo>
                      <a:pt x="19684" y="1934"/>
                      <a:pt x="19595" y="1737"/>
                      <a:pt x="19433" y="1680"/>
                    </a:cubicBezTo>
                    <a:cubicBezTo>
                      <a:pt x="19395" y="1667"/>
                      <a:pt x="19357" y="1661"/>
                      <a:pt x="19319" y="1661"/>
                    </a:cubicBezTo>
                    <a:close/>
                    <a:moveTo>
                      <a:pt x="796" y="1675"/>
                    </a:moveTo>
                    <a:cubicBezTo>
                      <a:pt x="760" y="1675"/>
                      <a:pt x="724" y="1681"/>
                      <a:pt x="689" y="1694"/>
                    </a:cubicBezTo>
                    <a:cubicBezTo>
                      <a:pt x="524" y="1769"/>
                      <a:pt x="435" y="1949"/>
                      <a:pt x="492" y="2114"/>
                    </a:cubicBezTo>
                    <a:cubicBezTo>
                      <a:pt x="539" y="2247"/>
                      <a:pt x="672" y="2336"/>
                      <a:pt x="793" y="2336"/>
                    </a:cubicBezTo>
                    <a:cubicBezTo>
                      <a:pt x="837" y="2336"/>
                      <a:pt x="869" y="2322"/>
                      <a:pt x="912" y="2322"/>
                    </a:cubicBezTo>
                    <a:cubicBezTo>
                      <a:pt x="1077" y="2247"/>
                      <a:pt x="1167" y="2067"/>
                      <a:pt x="1106" y="1888"/>
                    </a:cubicBezTo>
                    <a:cubicBezTo>
                      <a:pt x="1060" y="1758"/>
                      <a:pt x="929" y="1675"/>
                      <a:pt x="796" y="1675"/>
                    </a:cubicBezTo>
                    <a:close/>
                    <a:moveTo>
                      <a:pt x="18597" y="3220"/>
                    </a:moveTo>
                    <a:cubicBezTo>
                      <a:pt x="18481" y="3220"/>
                      <a:pt x="18372" y="3281"/>
                      <a:pt x="18311" y="3384"/>
                    </a:cubicBezTo>
                    <a:cubicBezTo>
                      <a:pt x="18221" y="3549"/>
                      <a:pt x="18267" y="3742"/>
                      <a:pt x="18429" y="3832"/>
                    </a:cubicBezTo>
                    <a:cubicBezTo>
                      <a:pt x="18476" y="3861"/>
                      <a:pt x="18537" y="3875"/>
                      <a:pt x="18594" y="3875"/>
                    </a:cubicBezTo>
                    <a:cubicBezTo>
                      <a:pt x="18698" y="3875"/>
                      <a:pt x="18820" y="3818"/>
                      <a:pt x="18877" y="3710"/>
                    </a:cubicBezTo>
                    <a:cubicBezTo>
                      <a:pt x="18967" y="3549"/>
                      <a:pt x="18910" y="3351"/>
                      <a:pt x="18759" y="3262"/>
                    </a:cubicBezTo>
                    <a:cubicBezTo>
                      <a:pt x="18706" y="3233"/>
                      <a:pt x="18651" y="3220"/>
                      <a:pt x="18597" y="3220"/>
                    </a:cubicBezTo>
                    <a:close/>
                    <a:moveTo>
                      <a:pt x="1535" y="3234"/>
                    </a:moveTo>
                    <a:cubicBezTo>
                      <a:pt x="1477" y="3234"/>
                      <a:pt x="1417" y="3249"/>
                      <a:pt x="1360" y="3280"/>
                    </a:cubicBezTo>
                    <a:cubicBezTo>
                      <a:pt x="1210" y="3369"/>
                      <a:pt x="1152" y="3563"/>
                      <a:pt x="1242" y="3728"/>
                    </a:cubicBezTo>
                    <a:cubicBezTo>
                      <a:pt x="1299" y="3832"/>
                      <a:pt x="1421" y="3890"/>
                      <a:pt x="1525" y="3890"/>
                    </a:cubicBezTo>
                    <a:cubicBezTo>
                      <a:pt x="1586" y="3890"/>
                      <a:pt x="1644" y="3875"/>
                      <a:pt x="1690" y="3847"/>
                    </a:cubicBezTo>
                    <a:cubicBezTo>
                      <a:pt x="1855" y="3757"/>
                      <a:pt x="1898" y="3549"/>
                      <a:pt x="1809" y="3398"/>
                    </a:cubicBezTo>
                    <a:cubicBezTo>
                      <a:pt x="1750" y="3290"/>
                      <a:pt x="1646" y="3234"/>
                      <a:pt x="1535" y="3234"/>
                    </a:cubicBezTo>
                    <a:close/>
                    <a:moveTo>
                      <a:pt x="17607" y="4628"/>
                    </a:moveTo>
                    <a:cubicBezTo>
                      <a:pt x="17513" y="4628"/>
                      <a:pt x="17421" y="4667"/>
                      <a:pt x="17353" y="4743"/>
                    </a:cubicBezTo>
                    <a:cubicBezTo>
                      <a:pt x="17234" y="4876"/>
                      <a:pt x="17249" y="5088"/>
                      <a:pt x="17399" y="5206"/>
                    </a:cubicBezTo>
                    <a:cubicBezTo>
                      <a:pt x="17460" y="5253"/>
                      <a:pt x="17532" y="5281"/>
                      <a:pt x="17607" y="5281"/>
                    </a:cubicBezTo>
                    <a:cubicBezTo>
                      <a:pt x="17697" y="5281"/>
                      <a:pt x="17787" y="5235"/>
                      <a:pt x="17848" y="5163"/>
                    </a:cubicBezTo>
                    <a:cubicBezTo>
                      <a:pt x="17966" y="5027"/>
                      <a:pt x="17952" y="4819"/>
                      <a:pt x="17819" y="4697"/>
                    </a:cubicBezTo>
                    <a:cubicBezTo>
                      <a:pt x="17753" y="4651"/>
                      <a:pt x="17679" y="4628"/>
                      <a:pt x="17607" y="4628"/>
                    </a:cubicBezTo>
                    <a:close/>
                    <a:moveTo>
                      <a:pt x="2513" y="4633"/>
                    </a:moveTo>
                    <a:cubicBezTo>
                      <a:pt x="2438" y="4633"/>
                      <a:pt x="2363" y="4660"/>
                      <a:pt x="2304" y="4715"/>
                    </a:cubicBezTo>
                    <a:cubicBezTo>
                      <a:pt x="2167" y="4833"/>
                      <a:pt x="2153" y="5041"/>
                      <a:pt x="2257" y="5177"/>
                    </a:cubicBezTo>
                    <a:cubicBezTo>
                      <a:pt x="2332" y="5253"/>
                      <a:pt x="2422" y="5296"/>
                      <a:pt x="2512" y="5296"/>
                    </a:cubicBezTo>
                    <a:cubicBezTo>
                      <a:pt x="2587" y="5296"/>
                      <a:pt x="2662" y="5267"/>
                      <a:pt x="2720" y="5220"/>
                    </a:cubicBezTo>
                    <a:cubicBezTo>
                      <a:pt x="2871" y="5102"/>
                      <a:pt x="2885" y="4894"/>
                      <a:pt x="2767" y="4758"/>
                    </a:cubicBezTo>
                    <a:cubicBezTo>
                      <a:pt x="2699" y="4674"/>
                      <a:pt x="2605" y="4633"/>
                      <a:pt x="2513" y="4633"/>
                    </a:cubicBezTo>
                    <a:close/>
                    <a:moveTo>
                      <a:pt x="16386" y="5841"/>
                    </a:moveTo>
                    <a:cubicBezTo>
                      <a:pt x="16313" y="5841"/>
                      <a:pt x="16239" y="5864"/>
                      <a:pt x="16172" y="5909"/>
                    </a:cubicBezTo>
                    <a:cubicBezTo>
                      <a:pt x="16040" y="6028"/>
                      <a:pt x="16025" y="6239"/>
                      <a:pt x="16144" y="6372"/>
                    </a:cubicBezTo>
                    <a:cubicBezTo>
                      <a:pt x="16205" y="6462"/>
                      <a:pt x="16294" y="6490"/>
                      <a:pt x="16384" y="6490"/>
                    </a:cubicBezTo>
                    <a:cubicBezTo>
                      <a:pt x="16474" y="6490"/>
                      <a:pt x="16546" y="6462"/>
                      <a:pt x="16607" y="6419"/>
                    </a:cubicBezTo>
                    <a:cubicBezTo>
                      <a:pt x="16743" y="6297"/>
                      <a:pt x="16757" y="6089"/>
                      <a:pt x="16635" y="5952"/>
                    </a:cubicBezTo>
                    <a:cubicBezTo>
                      <a:pt x="16569" y="5878"/>
                      <a:pt x="16479" y="5841"/>
                      <a:pt x="16386" y="5841"/>
                    </a:cubicBezTo>
                    <a:close/>
                    <a:moveTo>
                      <a:pt x="3739" y="5849"/>
                    </a:moveTo>
                    <a:cubicBezTo>
                      <a:pt x="3644" y="5849"/>
                      <a:pt x="3552" y="5892"/>
                      <a:pt x="3484" y="5970"/>
                    </a:cubicBezTo>
                    <a:cubicBezTo>
                      <a:pt x="3362" y="6103"/>
                      <a:pt x="3380" y="6311"/>
                      <a:pt x="3513" y="6433"/>
                    </a:cubicBezTo>
                    <a:cubicBezTo>
                      <a:pt x="3588" y="6476"/>
                      <a:pt x="3663" y="6508"/>
                      <a:pt x="3721" y="6508"/>
                    </a:cubicBezTo>
                    <a:cubicBezTo>
                      <a:pt x="3828" y="6508"/>
                      <a:pt x="3918" y="6462"/>
                      <a:pt x="3975" y="6386"/>
                    </a:cubicBezTo>
                    <a:cubicBezTo>
                      <a:pt x="4097" y="6254"/>
                      <a:pt x="4080" y="6042"/>
                      <a:pt x="3947" y="5924"/>
                    </a:cubicBezTo>
                    <a:cubicBezTo>
                      <a:pt x="3882" y="5873"/>
                      <a:pt x="3810" y="5849"/>
                      <a:pt x="3739" y="5849"/>
                    </a:cubicBezTo>
                    <a:close/>
                    <a:moveTo>
                      <a:pt x="14985" y="6824"/>
                    </a:moveTo>
                    <a:cubicBezTo>
                      <a:pt x="14931" y="6824"/>
                      <a:pt x="14876" y="6838"/>
                      <a:pt x="14827" y="6867"/>
                    </a:cubicBezTo>
                    <a:cubicBezTo>
                      <a:pt x="14662" y="6957"/>
                      <a:pt x="14605" y="7165"/>
                      <a:pt x="14709" y="7315"/>
                    </a:cubicBezTo>
                    <a:cubicBezTo>
                      <a:pt x="14770" y="7420"/>
                      <a:pt x="14874" y="7477"/>
                      <a:pt x="14992" y="7477"/>
                    </a:cubicBezTo>
                    <a:cubicBezTo>
                      <a:pt x="15039" y="7477"/>
                      <a:pt x="15096" y="7463"/>
                      <a:pt x="15157" y="7434"/>
                    </a:cubicBezTo>
                    <a:cubicBezTo>
                      <a:pt x="15308" y="7344"/>
                      <a:pt x="15365" y="7150"/>
                      <a:pt x="15261" y="6985"/>
                    </a:cubicBezTo>
                    <a:cubicBezTo>
                      <a:pt x="15210" y="6884"/>
                      <a:pt x="15099" y="6824"/>
                      <a:pt x="14985" y="6824"/>
                    </a:cubicBezTo>
                    <a:close/>
                    <a:moveTo>
                      <a:pt x="5132" y="6836"/>
                    </a:moveTo>
                    <a:cubicBezTo>
                      <a:pt x="5021" y="6836"/>
                      <a:pt x="4917" y="6891"/>
                      <a:pt x="4858" y="7000"/>
                    </a:cubicBezTo>
                    <a:cubicBezTo>
                      <a:pt x="4768" y="7150"/>
                      <a:pt x="4815" y="7359"/>
                      <a:pt x="4976" y="7448"/>
                    </a:cubicBezTo>
                    <a:cubicBezTo>
                      <a:pt x="5023" y="7477"/>
                      <a:pt x="5084" y="7495"/>
                      <a:pt x="5141" y="7495"/>
                    </a:cubicBezTo>
                    <a:cubicBezTo>
                      <a:pt x="5245" y="7495"/>
                      <a:pt x="5367" y="7434"/>
                      <a:pt x="5425" y="7330"/>
                    </a:cubicBezTo>
                    <a:cubicBezTo>
                      <a:pt x="5514" y="7165"/>
                      <a:pt x="5457" y="6971"/>
                      <a:pt x="5306" y="6881"/>
                    </a:cubicBezTo>
                    <a:cubicBezTo>
                      <a:pt x="5250" y="6851"/>
                      <a:pt x="5190" y="6836"/>
                      <a:pt x="5132" y="6836"/>
                    </a:cubicBezTo>
                    <a:close/>
                    <a:moveTo>
                      <a:pt x="6686" y="7564"/>
                    </a:moveTo>
                    <a:cubicBezTo>
                      <a:pt x="6555" y="7564"/>
                      <a:pt x="6430" y="7640"/>
                      <a:pt x="6383" y="7778"/>
                    </a:cubicBezTo>
                    <a:cubicBezTo>
                      <a:pt x="6322" y="7943"/>
                      <a:pt x="6411" y="8137"/>
                      <a:pt x="6576" y="8194"/>
                    </a:cubicBezTo>
                    <a:cubicBezTo>
                      <a:pt x="6623" y="8212"/>
                      <a:pt x="6652" y="8212"/>
                      <a:pt x="6698" y="8212"/>
                    </a:cubicBezTo>
                    <a:cubicBezTo>
                      <a:pt x="6831" y="8212"/>
                      <a:pt x="6949" y="8137"/>
                      <a:pt x="6996" y="8001"/>
                    </a:cubicBezTo>
                    <a:cubicBezTo>
                      <a:pt x="7057" y="7821"/>
                      <a:pt x="6982" y="7642"/>
                      <a:pt x="6802" y="7585"/>
                    </a:cubicBezTo>
                    <a:cubicBezTo>
                      <a:pt x="6764" y="7571"/>
                      <a:pt x="6725" y="7564"/>
                      <a:pt x="6686" y="7564"/>
                    </a:cubicBezTo>
                    <a:close/>
                    <a:moveTo>
                      <a:pt x="13421" y="7549"/>
                    </a:moveTo>
                    <a:cubicBezTo>
                      <a:pt x="13386" y="7549"/>
                      <a:pt x="13351" y="7555"/>
                      <a:pt x="13317" y="7567"/>
                    </a:cubicBezTo>
                    <a:cubicBezTo>
                      <a:pt x="13155" y="7642"/>
                      <a:pt x="13066" y="7821"/>
                      <a:pt x="13123" y="7986"/>
                    </a:cubicBezTo>
                    <a:cubicBezTo>
                      <a:pt x="13170" y="8123"/>
                      <a:pt x="13288" y="8212"/>
                      <a:pt x="13425" y="8212"/>
                    </a:cubicBezTo>
                    <a:cubicBezTo>
                      <a:pt x="13468" y="8212"/>
                      <a:pt x="13496" y="8194"/>
                      <a:pt x="13543" y="8180"/>
                    </a:cubicBezTo>
                    <a:cubicBezTo>
                      <a:pt x="13708" y="8123"/>
                      <a:pt x="13798" y="7943"/>
                      <a:pt x="13737" y="7764"/>
                    </a:cubicBezTo>
                    <a:cubicBezTo>
                      <a:pt x="13688" y="7633"/>
                      <a:pt x="13556" y="7549"/>
                      <a:pt x="13421" y="7549"/>
                    </a:cubicBezTo>
                    <a:close/>
                    <a:moveTo>
                      <a:pt x="8363" y="7996"/>
                    </a:moveTo>
                    <a:cubicBezTo>
                      <a:pt x="8203" y="7996"/>
                      <a:pt x="8055" y="8108"/>
                      <a:pt x="8026" y="8270"/>
                    </a:cubicBezTo>
                    <a:cubicBezTo>
                      <a:pt x="7997" y="8449"/>
                      <a:pt x="8115" y="8614"/>
                      <a:pt x="8295" y="8643"/>
                    </a:cubicBezTo>
                    <a:cubicBezTo>
                      <a:pt x="8313" y="8661"/>
                      <a:pt x="8341" y="8661"/>
                      <a:pt x="8356" y="8661"/>
                    </a:cubicBezTo>
                    <a:cubicBezTo>
                      <a:pt x="8506" y="8661"/>
                      <a:pt x="8653" y="8539"/>
                      <a:pt x="8671" y="8392"/>
                    </a:cubicBezTo>
                    <a:cubicBezTo>
                      <a:pt x="8714" y="8212"/>
                      <a:pt x="8582" y="8033"/>
                      <a:pt x="8417" y="8001"/>
                    </a:cubicBezTo>
                    <a:cubicBezTo>
                      <a:pt x="8399" y="7998"/>
                      <a:pt x="8381" y="7996"/>
                      <a:pt x="8363" y="7996"/>
                    </a:cubicBezTo>
                    <a:close/>
                    <a:moveTo>
                      <a:pt x="11774" y="7996"/>
                    </a:moveTo>
                    <a:cubicBezTo>
                      <a:pt x="11756" y="7996"/>
                      <a:pt x="11739" y="7998"/>
                      <a:pt x="11721" y="8001"/>
                    </a:cubicBezTo>
                    <a:cubicBezTo>
                      <a:pt x="11541" y="8033"/>
                      <a:pt x="11419" y="8212"/>
                      <a:pt x="11451" y="8374"/>
                    </a:cubicBezTo>
                    <a:cubicBezTo>
                      <a:pt x="11480" y="8539"/>
                      <a:pt x="11613" y="8661"/>
                      <a:pt x="11778" y="8661"/>
                    </a:cubicBezTo>
                    <a:cubicBezTo>
                      <a:pt x="11792" y="8661"/>
                      <a:pt x="11810" y="8643"/>
                      <a:pt x="11825" y="8643"/>
                    </a:cubicBezTo>
                    <a:cubicBezTo>
                      <a:pt x="12004" y="8614"/>
                      <a:pt x="12122" y="8449"/>
                      <a:pt x="12094" y="8270"/>
                    </a:cubicBezTo>
                    <a:cubicBezTo>
                      <a:pt x="12065" y="8108"/>
                      <a:pt x="11931" y="7996"/>
                      <a:pt x="11774" y="7996"/>
                    </a:cubicBezTo>
                    <a:close/>
                    <a:moveTo>
                      <a:pt x="10060" y="8151"/>
                    </a:moveTo>
                    <a:cubicBezTo>
                      <a:pt x="9880" y="8151"/>
                      <a:pt x="9730" y="8284"/>
                      <a:pt x="9730" y="8481"/>
                    </a:cubicBezTo>
                    <a:cubicBezTo>
                      <a:pt x="9730" y="8661"/>
                      <a:pt x="9880" y="8793"/>
                      <a:pt x="10060" y="8793"/>
                    </a:cubicBezTo>
                    <a:cubicBezTo>
                      <a:pt x="10239" y="8793"/>
                      <a:pt x="10390" y="8661"/>
                      <a:pt x="10390" y="8481"/>
                    </a:cubicBezTo>
                    <a:cubicBezTo>
                      <a:pt x="10390" y="8284"/>
                      <a:pt x="10239" y="8151"/>
                      <a:pt x="10060" y="815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738;p53">
                <a:extLst>
                  <a:ext uri="{FF2B5EF4-FFF2-40B4-BE49-F238E27FC236}">
                    <a16:creationId xmlns:a16="http://schemas.microsoft.com/office/drawing/2014/main" id="{46359A18-2687-964D-A116-0DA2618E3221}"/>
                  </a:ext>
                </a:extLst>
              </p:cNvPr>
              <p:cNvSpPr/>
              <p:nvPr/>
            </p:nvSpPr>
            <p:spPr>
              <a:xfrm>
                <a:off x="5550377" y="2953687"/>
                <a:ext cx="10295" cy="1006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42" extrusionOk="0">
                    <a:moveTo>
                      <a:pt x="320" y="0"/>
                    </a:moveTo>
                    <a:cubicBezTo>
                      <a:pt x="234" y="0"/>
                      <a:pt x="149" y="30"/>
                      <a:pt x="90" y="89"/>
                    </a:cubicBezTo>
                    <a:cubicBezTo>
                      <a:pt x="29" y="150"/>
                      <a:pt x="0" y="240"/>
                      <a:pt x="0" y="315"/>
                    </a:cubicBezTo>
                    <a:cubicBezTo>
                      <a:pt x="0" y="405"/>
                      <a:pt x="29" y="495"/>
                      <a:pt x="90" y="552"/>
                    </a:cubicBezTo>
                    <a:cubicBezTo>
                      <a:pt x="147" y="613"/>
                      <a:pt x="237" y="642"/>
                      <a:pt x="327" y="642"/>
                    </a:cubicBezTo>
                    <a:cubicBezTo>
                      <a:pt x="402" y="642"/>
                      <a:pt x="492" y="613"/>
                      <a:pt x="553" y="552"/>
                    </a:cubicBezTo>
                    <a:cubicBezTo>
                      <a:pt x="610" y="495"/>
                      <a:pt x="657" y="405"/>
                      <a:pt x="657" y="315"/>
                    </a:cubicBezTo>
                    <a:cubicBezTo>
                      <a:pt x="657" y="240"/>
                      <a:pt x="610" y="150"/>
                      <a:pt x="553" y="89"/>
                    </a:cubicBezTo>
                    <a:cubicBezTo>
                      <a:pt x="492" y="30"/>
                      <a:pt x="406" y="0"/>
                      <a:pt x="320" y="0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39;p53">
                <a:extLst>
                  <a:ext uri="{FF2B5EF4-FFF2-40B4-BE49-F238E27FC236}">
                    <a16:creationId xmlns:a16="http://schemas.microsoft.com/office/drawing/2014/main" id="{F619746B-7B92-3C30-C730-F4E095339E31}"/>
                  </a:ext>
                </a:extLst>
              </p:cNvPr>
              <p:cNvSpPr/>
              <p:nvPr/>
            </p:nvSpPr>
            <p:spPr>
              <a:xfrm>
                <a:off x="5241866" y="2958670"/>
                <a:ext cx="10091" cy="10248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54" extrusionOk="0">
                    <a:moveTo>
                      <a:pt x="322" y="1"/>
                    </a:moveTo>
                    <a:cubicBezTo>
                      <a:pt x="300" y="1"/>
                      <a:pt x="277" y="4"/>
                      <a:pt x="256" y="12"/>
                    </a:cubicBezTo>
                    <a:cubicBezTo>
                      <a:pt x="241" y="12"/>
                      <a:pt x="209" y="26"/>
                      <a:pt x="195" y="26"/>
                    </a:cubicBezTo>
                    <a:cubicBezTo>
                      <a:pt x="180" y="40"/>
                      <a:pt x="152" y="40"/>
                      <a:pt x="137" y="55"/>
                    </a:cubicBezTo>
                    <a:cubicBezTo>
                      <a:pt x="119" y="69"/>
                      <a:pt x="105" y="87"/>
                      <a:pt x="91" y="101"/>
                    </a:cubicBezTo>
                    <a:cubicBezTo>
                      <a:pt x="30" y="159"/>
                      <a:pt x="1" y="234"/>
                      <a:pt x="1" y="324"/>
                    </a:cubicBezTo>
                    <a:cubicBezTo>
                      <a:pt x="1" y="370"/>
                      <a:pt x="1" y="413"/>
                      <a:pt x="15" y="460"/>
                    </a:cubicBezTo>
                    <a:cubicBezTo>
                      <a:pt x="30" y="489"/>
                      <a:pt x="62" y="535"/>
                      <a:pt x="91" y="564"/>
                    </a:cubicBezTo>
                    <a:cubicBezTo>
                      <a:pt x="105" y="578"/>
                      <a:pt x="119" y="593"/>
                      <a:pt x="137" y="607"/>
                    </a:cubicBezTo>
                    <a:cubicBezTo>
                      <a:pt x="152" y="607"/>
                      <a:pt x="180" y="625"/>
                      <a:pt x="195" y="639"/>
                    </a:cubicBezTo>
                    <a:cubicBezTo>
                      <a:pt x="209" y="639"/>
                      <a:pt x="241" y="654"/>
                      <a:pt x="256" y="654"/>
                    </a:cubicBezTo>
                    <a:lnTo>
                      <a:pt x="388" y="654"/>
                    </a:lnTo>
                    <a:cubicBezTo>
                      <a:pt x="406" y="654"/>
                      <a:pt x="435" y="639"/>
                      <a:pt x="449" y="639"/>
                    </a:cubicBezTo>
                    <a:cubicBezTo>
                      <a:pt x="464" y="625"/>
                      <a:pt x="478" y="607"/>
                      <a:pt x="510" y="607"/>
                    </a:cubicBezTo>
                    <a:lnTo>
                      <a:pt x="553" y="564"/>
                    </a:lnTo>
                    <a:cubicBezTo>
                      <a:pt x="614" y="503"/>
                      <a:pt x="643" y="413"/>
                      <a:pt x="643" y="324"/>
                    </a:cubicBezTo>
                    <a:cubicBezTo>
                      <a:pt x="643" y="234"/>
                      <a:pt x="614" y="159"/>
                      <a:pt x="553" y="101"/>
                    </a:cubicBezTo>
                    <a:lnTo>
                      <a:pt x="510" y="55"/>
                    </a:lnTo>
                    <a:cubicBezTo>
                      <a:pt x="478" y="40"/>
                      <a:pt x="464" y="40"/>
                      <a:pt x="449" y="26"/>
                    </a:cubicBezTo>
                    <a:cubicBezTo>
                      <a:pt x="435" y="26"/>
                      <a:pt x="406" y="12"/>
                      <a:pt x="388" y="12"/>
                    </a:cubicBezTo>
                    <a:cubicBezTo>
                      <a:pt x="367" y="4"/>
                      <a:pt x="344" y="1"/>
                      <a:pt x="322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40;p53">
                <a:extLst>
                  <a:ext uri="{FF2B5EF4-FFF2-40B4-BE49-F238E27FC236}">
                    <a16:creationId xmlns:a16="http://schemas.microsoft.com/office/drawing/2014/main" id="{2E80B62C-8A8F-3077-2B4B-B330270827C2}"/>
                  </a:ext>
                </a:extLst>
              </p:cNvPr>
              <p:cNvSpPr/>
              <p:nvPr/>
            </p:nvSpPr>
            <p:spPr>
              <a:xfrm>
                <a:off x="5063400" y="2984322"/>
                <a:ext cx="185517" cy="74542"/>
              </a:xfrm>
              <a:custGeom>
                <a:avLst/>
                <a:gdLst/>
                <a:ahLst/>
                <a:cxnLst/>
                <a:rect l="l" t="t" r="r" b="b"/>
                <a:pathLst>
                  <a:path w="11839" h="4757" extrusionOk="0">
                    <a:moveTo>
                      <a:pt x="11466" y="0"/>
                    </a:moveTo>
                    <a:cubicBezTo>
                      <a:pt x="11326" y="0"/>
                      <a:pt x="11202" y="95"/>
                      <a:pt x="11168" y="226"/>
                    </a:cubicBezTo>
                    <a:cubicBezTo>
                      <a:pt x="11107" y="405"/>
                      <a:pt x="11211" y="584"/>
                      <a:pt x="11390" y="645"/>
                    </a:cubicBezTo>
                    <a:lnTo>
                      <a:pt x="11480" y="645"/>
                    </a:lnTo>
                    <a:cubicBezTo>
                      <a:pt x="11616" y="645"/>
                      <a:pt x="11749" y="556"/>
                      <a:pt x="11795" y="423"/>
                    </a:cubicBezTo>
                    <a:cubicBezTo>
                      <a:pt x="11838" y="244"/>
                      <a:pt x="11749" y="64"/>
                      <a:pt x="11569" y="18"/>
                    </a:cubicBezTo>
                    <a:cubicBezTo>
                      <a:pt x="11535" y="6"/>
                      <a:pt x="11500" y="0"/>
                      <a:pt x="11466" y="0"/>
                    </a:cubicBezTo>
                    <a:close/>
                    <a:moveTo>
                      <a:pt x="371" y="0"/>
                    </a:moveTo>
                    <a:cubicBezTo>
                      <a:pt x="338" y="0"/>
                      <a:pt x="304" y="6"/>
                      <a:pt x="269" y="18"/>
                    </a:cubicBezTo>
                    <a:cubicBezTo>
                      <a:pt x="90" y="64"/>
                      <a:pt x="0" y="258"/>
                      <a:pt x="47" y="423"/>
                    </a:cubicBezTo>
                    <a:cubicBezTo>
                      <a:pt x="90" y="570"/>
                      <a:pt x="226" y="660"/>
                      <a:pt x="359" y="660"/>
                    </a:cubicBezTo>
                    <a:cubicBezTo>
                      <a:pt x="388" y="660"/>
                      <a:pt x="420" y="645"/>
                      <a:pt x="463" y="645"/>
                    </a:cubicBezTo>
                    <a:cubicBezTo>
                      <a:pt x="628" y="584"/>
                      <a:pt x="732" y="405"/>
                      <a:pt x="675" y="244"/>
                    </a:cubicBezTo>
                    <a:cubicBezTo>
                      <a:pt x="637" y="98"/>
                      <a:pt x="512" y="0"/>
                      <a:pt x="371" y="0"/>
                    </a:cubicBezTo>
                    <a:close/>
                    <a:moveTo>
                      <a:pt x="1056" y="1500"/>
                    </a:moveTo>
                    <a:cubicBezTo>
                      <a:pt x="994" y="1500"/>
                      <a:pt x="929" y="1518"/>
                      <a:pt x="868" y="1556"/>
                    </a:cubicBezTo>
                    <a:cubicBezTo>
                      <a:pt x="718" y="1646"/>
                      <a:pt x="675" y="1858"/>
                      <a:pt x="779" y="2005"/>
                    </a:cubicBezTo>
                    <a:cubicBezTo>
                      <a:pt x="836" y="2109"/>
                      <a:pt x="944" y="2156"/>
                      <a:pt x="1048" y="2156"/>
                    </a:cubicBezTo>
                    <a:cubicBezTo>
                      <a:pt x="1105" y="2156"/>
                      <a:pt x="1166" y="2141"/>
                      <a:pt x="1227" y="2109"/>
                    </a:cubicBezTo>
                    <a:cubicBezTo>
                      <a:pt x="1374" y="2005"/>
                      <a:pt x="1421" y="1797"/>
                      <a:pt x="1331" y="1646"/>
                    </a:cubicBezTo>
                    <a:cubicBezTo>
                      <a:pt x="1265" y="1553"/>
                      <a:pt x="1164" y="1500"/>
                      <a:pt x="1056" y="1500"/>
                    </a:cubicBezTo>
                    <a:close/>
                    <a:moveTo>
                      <a:pt x="10803" y="1497"/>
                    </a:moveTo>
                    <a:cubicBezTo>
                      <a:pt x="10692" y="1497"/>
                      <a:pt x="10581" y="1550"/>
                      <a:pt x="10522" y="1646"/>
                    </a:cubicBezTo>
                    <a:cubicBezTo>
                      <a:pt x="10418" y="1797"/>
                      <a:pt x="10464" y="2005"/>
                      <a:pt x="10611" y="2095"/>
                    </a:cubicBezTo>
                    <a:cubicBezTo>
                      <a:pt x="10672" y="2141"/>
                      <a:pt x="10733" y="2156"/>
                      <a:pt x="10791" y="2156"/>
                    </a:cubicBezTo>
                    <a:cubicBezTo>
                      <a:pt x="10898" y="2156"/>
                      <a:pt x="11003" y="2095"/>
                      <a:pt x="11060" y="2005"/>
                    </a:cubicBezTo>
                    <a:cubicBezTo>
                      <a:pt x="11168" y="1858"/>
                      <a:pt x="11121" y="1646"/>
                      <a:pt x="10970" y="1542"/>
                    </a:cubicBezTo>
                    <a:cubicBezTo>
                      <a:pt x="10920" y="1511"/>
                      <a:pt x="10861" y="1497"/>
                      <a:pt x="10803" y="1497"/>
                    </a:cubicBezTo>
                    <a:close/>
                    <a:moveTo>
                      <a:pt x="2133" y="2746"/>
                    </a:moveTo>
                    <a:cubicBezTo>
                      <a:pt x="2040" y="2746"/>
                      <a:pt x="1948" y="2784"/>
                      <a:pt x="1883" y="2859"/>
                    </a:cubicBezTo>
                    <a:cubicBezTo>
                      <a:pt x="1765" y="2991"/>
                      <a:pt x="1779" y="3203"/>
                      <a:pt x="1912" y="3321"/>
                    </a:cubicBezTo>
                    <a:cubicBezTo>
                      <a:pt x="1973" y="3365"/>
                      <a:pt x="2063" y="3397"/>
                      <a:pt x="2138" y="3397"/>
                    </a:cubicBezTo>
                    <a:cubicBezTo>
                      <a:pt x="2228" y="3397"/>
                      <a:pt x="2318" y="3365"/>
                      <a:pt x="2379" y="3293"/>
                    </a:cubicBezTo>
                    <a:cubicBezTo>
                      <a:pt x="2497" y="3156"/>
                      <a:pt x="2483" y="2948"/>
                      <a:pt x="2346" y="2826"/>
                    </a:cubicBezTo>
                    <a:cubicBezTo>
                      <a:pt x="2286" y="2773"/>
                      <a:pt x="2209" y="2746"/>
                      <a:pt x="2133" y="2746"/>
                    </a:cubicBezTo>
                    <a:close/>
                    <a:moveTo>
                      <a:pt x="9708" y="2746"/>
                    </a:moveTo>
                    <a:cubicBezTo>
                      <a:pt x="9633" y="2746"/>
                      <a:pt x="9560" y="2773"/>
                      <a:pt x="9507" y="2826"/>
                    </a:cubicBezTo>
                    <a:lnTo>
                      <a:pt x="9492" y="2826"/>
                    </a:lnTo>
                    <a:cubicBezTo>
                      <a:pt x="9356" y="2948"/>
                      <a:pt x="9342" y="3142"/>
                      <a:pt x="9464" y="3293"/>
                    </a:cubicBezTo>
                    <a:cubicBezTo>
                      <a:pt x="9521" y="3350"/>
                      <a:pt x="9625" y="3397"/>
                      <a:pt x="9715" y="3397"/>
                    </a:cubicBezTo>
                    <a:cubicBezTo>
                      <a:pt x="9790" y="3397"/>
                      <a:pt x="9865" y="3365"/>
                      <a:pt x="9926" y="3321"/>
                    </a:cubicBezTo>
                    <a:cubicBezTo>
                      <a:pt x="10059" y="3203"/>
                      <a:pt x="10073" y="2991"/>
                      <a:pt x="9955" y="2859"/>
                    </a:cubicBezTo>
                    <a:cubicBezTo>
                      <a:pt x="9890" y="2784"/>
                      <a:pt x="9798" y="2746"/>
                      <a:pt x="9708" y="2746"/>
                    </a:cubicBezTo>
                    <a:close/>
                    <a:moveTo>
                      <a:pt x="3514" y="3637"/>
                    </a:moveTo>
                    <a:cubicBezTo>
                      <a:pt x="3389" y="3637"/>
                      <a:pt x="3270" y="3709"/>
                      <a:pt x="3214" y="3831"/>
                    </a:cubicBezTo>
                    <a:cubicBezTo>
                      <a:pt x="3139" y="3992"/>
                      <a:pt x="3214" y="4190"/>
                      <a:pt x="3379" y="4261"/>
                    </a:cubicBezTo>
                    <a:cubicBezTo>
                      <a:pt x="3422" y="4279"/>
                      <a:pt x="3469" y="4294"/>
                      <a:pt x="3512" y="4294"/>
                    </a:cubicBezTo>
                    <a:cubicBezTo>
                      <a:pt x="3648" y="4294"/>
                      <a:pt x="3767" y="4218"/>
                      <a:pt x="3813" y="4100"/>
                    </a:cubicBezTo>
                    <a:cubicBezTo>
                      <a:pt x="3885" y="3935"/>
                      <a:pt x="3813" y="3741"/>
                      <a:pt x="3648" y="3666"/>
                    </a:cubicBezTo>
                    <a:cubicBezTo>
                      <a:pt x="3605" y="3646"/>
                      <a:pt x="3559" y="3637"/>
                      <a:pt x="3514" y="3637"/>
                    </a:cubicBezTo>
                    <a:close/>
                    <a:moveTo>
                      <a:pt x="8324" y="3637"/>
                    </a:moveTo>
                    <a:cubicBezTo>
                      <a:pt x="8279" y="3637"/>
                      <a:pt x="8234" y="3646"/>
                      <a:pt x="8190" y="3666"/>
                    </a:cubicBezTo>
                    <a:cubicBezTo>
                      <a:pt x="8029" y="3741"/>
                      <a:pt x="7953" y="3935"/>
                      <a:pt x="8029" y="4100"/>
                    </a:cubicBezTo>
                    <a:cubicBezTo>
                      <a:pt x="8086" y="4218"/>
                      <a:pt x="8208" y="4294"/>
                      <a:pt x="8326" y="4294"/>
                    </a:cubicBezTo>
                    <a:cubicBezTo>
                      <a:pt x="8369" y="4294"/>
                      <a:pt x="8416" y="4279"/>
                      <a:pt x="8459" y="4261"/>
                    </a:cubicBezTo>
                    <a:cubicBezTo>
                      <a:pt x="8624" y="4190"/>
                      <a:pt x="8699" y="3992"/>
                      <a:pt x="8624" y="3831"/>
                    </a:cubicBezTo>
                    <a:cubicBezTo>
                      <a:pt x="8569" y="3709"/>
                      <a:pt x="8449" y="3637"/>
                      <a:pt x="8324" y="3637"/>
                    </a:cubicBezTo>
                    <a:close/>
                    <a:moveTo>
                      <a:pt x="5106" y="4098"/>
                    </a:moveTo>
                    <a:cubicBezTo>
                      <a:pt x="4941" y="4098"/>
                      <a:pt x="4798" y="4216"/>
                      <a:pt x="4768" y="4383"/>
                    </a:cubicBezTo>
                    <a:cubicBezTo>
                      <a:pt x="4753" y="4563"/>
                      <a:pt x="4872" y="4728"/>
                      <a:pt x="5051" y="4756"/>
                    </a:cubicBezTo>
                    <a:lnTo>
                      <a:pt x="5098" y="4756"/>
                    </a:lnTo>
                    <a:cubicBezTo>
                      <a:pt x="5263" y="4756"/>
                      <a:pt x="5395" y="4638"/>
                      <a:pt x="5428" y="4473"/>
                    </a:cubicBezTo>
                    <a:cubicBezTo>
                      <a:pt x="5442" y="4294"/>
                      <a:pt x="5320" y="4129"/>
                      <a:pt x="5141" y="4100"/>
                    </a:cubicBezTo>
                    <a:cubicBezTo>
                      <a:pt x="5129" y="4099"/>
                      <a:pt x="5117" y="4098"/>
                      <a:pt x="5106" y="4098"/>
                    </a:cubicBezTo>
                    <a:close/>
                    <a:moveTo>
                      <a:pt x="6733" y="4098"/>
                    </a:moveTo>
                    <a:cubicBezTo>
                      <a:pt x="6721" y="4098"/>
                      <a:pt x="6709" y="4099"/>
                      <a:pt x="6698" y="4100"/>
                    </a:cubicBezTo>
                    <a:cubicBezTo>
                      <a:pt x="6518" y="4129"/>
                      <a:pt x="6396" y="4294"/>
                      <a:pt x="6429" y="4473"/>
                    </a:cubicBezTo>
                    <a:cubicBezTo>
                      <a:pt x="6443" y="4638"/>
                      <a:pt x="6594" y="4756"/>
                      <a:pt x="6741" y="4756"/>
                    </a:cubicBezTo>
                    <a:lnTo>
                      <a:pt x="6787" y="4756"/>
                    </a:lnTo>
                    <a:cubicBezTo>
                      <a:pt x="6967" y="4728"/>
                      <a:pt x="7099" y="4563"/>
                      <a:pt x="7071" y="4383"/>
                    </a:cubicBezTo>
                    <a:cubicBezTo>
                      <a:pt x="7044" y="4216"/>
                      <a:pt x="6898" y="4098"/>
                      <a:pt x="6733" y="4098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741;p53">
                <a:extLst>
                  <a:ext uri="{FF2B5EF4-FFF2-40B4-BE49-F238E27FC236}">
                    <a16:creationId xmlns:a16="http://schemas.microsoft.com/office/drawing/2014/main" id="{DDF2E62C-6B20-96A7-F5CE-FB2705CF9963}"/>
                  </a:ext>
                </a:extLst>
              </p:cNvPr>
              <p:cNvSpPr/>
              <p:nvPr/>
            </p:nvSpPr>
            <p:spPr>
              <a:xfrm>
                <a:off x="5060360" y="2958811"/>
                <a:ext cx="10295" cy="10107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45" extrusionOk="0">
                    <a:moveTo>
                      <a:pt x="321" y="1"/>
                    </a:moveTo>
                    <a:cubicBezTo>
                      <a:pt x="235" y="1"/>
                      <a:pt x="149" y="31"/>
                      <a:pt x="90" y="92"/>
                    </a:cubicBezTo>
                    <a:cubicBezTo>
                      <a:pt x="61" y="121"/>
                      <a:pt x="29" y="150"/>
                      <a:pt x="15" y="196"/>
                    </a:cubicBezTo>
                    <a:cubicBezTo>
                      <a:pt x="0" y="239"/>
                      <a:pt x="0" y="286"/>
                      <a:pt x="0" y="315"/>
                    </a:cubicBezTo>
                    <a:cubicBezTo>
                      <a:pt x="0" y="404"/>
                      <a:pt x="29" y="494"/>
                      <a:pt x="90" y="555"/>
                    </a:cubicBezTo>
                    <a:cubicBezTo>
                      <a:pt x="151" y="616"/>
                      <a:pt x="241" y="645"/>
                      <a:pt x="330" y="645"/>
                    </a:cubicBezTo>
                    <a:cubicBezTo>
                      <a:pt x="402" y="645"/>
                      <a:pt x="492" y="616"/>
                      <a:pt x="553" y="555"/>
                    </a:cubicBezTo>
                    <a:cubicBezTo>
                      <a:pt x="614" y="494"/>
                      <a:pt x="657" y="404"/>
                      <a:pt x="657" y="315"/>
                    </a:cubicBezTo>
                    <a:cubicBezTo>
                      <a:pt x="657" y="286"/>
                      <a:pt x="643" y="239"/>
                      <a:pt x="628" y="196"/>
                    </a:cubicBezTo>
                    <a:cubicBezTo>
                      <a:pt x="614" y="150"/>
                      <a:pt x="582" y="121"/>
                      <a:pt x="553" y="92"/>
                    </a:cubicBezTo>
                    <a:cubicBezTo>
                      <a:pt x="494" y="31"/>
                      <a:pt x="408" y="1"/>
                      <a:pt x="321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742;p53">
              <a:extLst>
                <a:ext uri="{FF2B5EF4-FFF2-40B4-BE49-F238E27FC236}">
                  <a16:creationId xmlns:a16="http://schemas.microsoft.com/office/drawing/2014/main" id="{78138FAE-54E5-9A45-1B9E-7A04303F71B5}"/>
                </a:ext>
              </a:extLst>
            </p:cNvPr>
            <p:cNvGrpSpPr/>
            <p:nvPr userDrawn="1"/>
          </p:nvGrpSpPr>
          <p:grpSpPr>
            <a:xfrm>
              <a:off x="7045381" y="2039483"/>
              <a:ext cx="1027273" cy="1986895"/>
              <a:chOff x="3254474" y="4140046"/>
              <a:chExt cx="821406" cy="1588719"/>
            </a:xfrm>
          </p:grpSpPr>
          <p:sp>
            <p:nvSpPr>
              <p:cNvPr id="36" name="Google Shape;743;p53">
                <a:extLst>
                  <a:ext uri="{FF2B5EF4-FFF2-40B4-BE49-F238E27FC236}">
                    <a16:creationId xmlns:a16="http://schemas.microsoft.com/office/drawing/2014/main" id="{21C89608-A47D-3567-D5CE-FBA848AB658A}"/>
                  </a:ext>
                </a:extLst>
              </p:cNvPr>
              <p:cNvSpPr/>
              <p:nvPr/>
            </p:nvSpPr>
            <p:spPr>
              <a:xfrm>
                <a:off x="3254474" y="4140046"/>
                <a:ext cx="821406" cy="1588719"/>
              </a:xfrm>
              <a:custGeom>
                <a:avLst/>
                <a:gdLst/>
                <a:ahLst/>
                <a:cxnLst/>
                <a:rect l="l" t="t" r="r" b="b"/>
                <a:pathLst>
                  <a:path w="52419" h="101386" extrusionOk="0">
                    <a:moveTo>
                      <a:pt x="26217" y="0"/>
                    </a:moveTo>
                    <a:cubicBezTo>
                      <a:pt x="11749" y="0"/>
                      <a:pt x="1" y="11763"/>
                      <a:pt x="1" y="26216"/>
                    </a:cubicBezTo>
                    <a:lnTo>
                      <a:pt x="1" y="101386"/>
                    </a:lnTo>
                    <a:lnTo>
                      <a:pt x="223" y="101386"/>
                    </a:lnTo>
                    <a:lnTo>
                      <a:pt x="223" y="26216"/>
                    </a:lnTo>
                    <a:cubicBezTo>
                      <a:pt x="223" y="11881"/>
                      <a:pt x="11882" y="223"/>
                      <a:pt x="26217" y="223"/>
                    </a:cubicBezTo>
                    <a:cubicBezTo>
                      <a:pt x="40538" y="223"/>
                      <a:pt x="52197" y="11881"/>
                      <a:pt x="52197" y="26216"/>
                    </a:cubicBezTo>
                    <a:lnTo>
                      <a:pt x="52197" y="101386"/>
                    </a:lnTo>
                    <a:lnTo>
                      <a:pt x="52419" y="101386"/>
                    </a:lnTo>
                    <a:lnTo>
                      <a:pt x="52419" y="26216"/>
                    </a:lnTo>
                    <a:cubicBezTo>
                      <a:pt x="52419" y="11763"/>
                      <a:pt x="40670" y="0"/>
                      <a:pt x="262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744;p53">
                <a:extLst>
                  <a:ext uri="{FF2B5EF4-FFF2-40B4-BE49-F238E27FC236}">
                    <a16:creationId xmlns:a16="http://schemas.microsoft.com/office/drawing/2014/main" id="{ECEE74FE-18BE-78C9-A948-3DCEF2952F5F}"/>
                  </a:ext>
                </a:extLst>
              </p:cNvPr>
              <p:cNvSpPr/>
              <p:nvPr/>
            </p:nvSpPr>
            <p:spPr>
              <a:xfrm>
                <a:off x="3313957" y="4199733"/>
                <a:ext cx="702455" cy="1529032"/>
              </a:xfrm>
              <a:custGeom>
                <a:avLst/>
                <a:gdLst/>
                <a:ahLst/>
                <a:cxnLst/>
                <a:rect l="l" t="t" r="r" b="b"/>
                <a:pathLst>
                  <a:path w="44828" h="97577" extrusionOk="0">
                    <a:moveTo>
                      <a:pt x="22421" y="1"/>
                    </a:moveTo>
                    <a:cubicBezTo>
                      <a:pt x="10059" y="1"/>
                      <a:pt x="0" y="10045"/>
                      <a:pt x="0" y="22407"/>
                    </a:cubicBezTo>
                    <a:lnTo>
                      <a:pt x="0" y="97577"/>
                    </a:lnTo>
                    <a:lnTo>
                      <a:pt x="226" y="97577"/>
                    </a:lnTo>
                    <a:lnTo>
                      <a:pt x="226" y="22407"/>
                    </a:lnTo>
                    <a:cubicBezTo>
                      <a:pt x="226" y="10167"/>
                      <a:pt x="10181" y="227"/>
                      <a:pt x="22421" y="227"/>
                    </a:cubicBezTo>
                    <a:cubicBezTo>
                      <a:pt x="34647" y="227"/>
                      <a:pt x="44602" y="10167"/>
                      <a:pt x="44602" y="22407"/>
                    </a:cubicBezTo>
                    <a:lnTo>
                      <a:pt x="44602" y="97577"/>
                    </a:lnTo>
                    <a:lnTo>
                      <a:pt x="44828" y="97577"/>
                    </a:lnTo>
                    <a:lnTo>
                      <a:pt x="44828" y="22407"/>
                    </a:lnTo>
                    <a:cubicBezTo>
                      <a:pt x="44828" y="10045"/>
                      <a:pt x="34769" y="1"/>
                      <a:pt x="2242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745;p53">
                <a:extLst>
                  <a:ext uri="{FF2B5EF4-FFF2-40B4-BE49-F238E27FC236}">
                    <a16:creationId xmlns:a16="http://schemas.microsoft.com/office/drawing/2014/main" id="{D5F17649-0171-499D-D95E-BEC247B92A2E}"/>
                  </a:ext>
                </a:extLst>
              </p:cNvPr>
              <p:cNvSpPr/>
              <p:nvPr/>
            </p:nvSpPr>
            <p:spPr>
              <a:xfrm>
                <a:off x="3373707" y="4259263"/>
                <a:ext cx="582955" cy="1469501"/>
              </a:xfrm>
              <a:custGeom>
                <a:avLst/>
                <a:gdLst/>
                <a:ahLst/>
                <a:cxnLst/>
                <a:rect l="l" t="t" r="r" b="b"/>
                <a:pathLst>
                  <a:path w="37202" h="93778" extrusionOk="0">
                    <a:moveTo>
                      <a:pt x="18608" y="1"/>
                    </a:moveTo>
                    <a:cubicBezTo>
                      <a:pt x="8341" y="1"/>
                      <a:pt x="0" y="8356"/>
                      <a:pt x="0" y="18608"/>
                    </a:cubicBezTo>
                    <a:lnTo>
                      <a:pt x="0" y="93778"/>
                    </a:lnTo>
                    <a:lnTo>
                      <a:pt x="223" y="93778"/>
                    </a:lnTo>
                    <a:lnTo>
                      <a:pt x="223" y="18608"/>
                    </a:lnTo>
                    <a:cubicBezTo>
                      <a:pt x="223" y="8474"/>
                      <a:pt x="8474" y="223"/>
                      <a:pt x="18608" y="223"/>
                    </a:cubicBezTo>
                    <a:cubicBezTo>
                      <a:pt x="28742" y="223"/>
                      <a:pt x="36979" y="8474"/>
                      <a:pt x="36979" y="18608"/>
                    </a:cubicBezTo>
                    <a:lnTo>
                      <a:pt x="36979" y="93778"/>
                    </a:lnTo>
                    <a:lnTo>
                      <a:pt x="37201" y="93778"/>
                    </a:lnTo>
                    <a:lnTo>
                      <a:pt x="37201" y="18608"/>
                    </a:lnTo>
                    <a:cubicBezTo>
                      <a:pt x="37201" y="8356"/>
                      <a:pt x="28861" y="1"/>
                      <a:pt x="1860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746;p53">
                <a:extLst>
                  <a:ext uri="{FF2B5EF4-FFF2-40B4-BE49-F238E27FC236}">
                    <a16:creationId xmlns:a16="http://schemas.microsoft.com/office/drawing/2014/main" id="{D0FC6339-C227-98A0-FE66-95DBA2B74EF5}"/>
                  </a:ext>
                </a:extLst>
              </p:cNvPr>
              <p:cNvSpPr/>
              <p:nvPr/>
            </p:nvSpPr>
            <p:spPr>
              <a:xfrm>
                <a:off x="3433409" y="4318966"/>
                <a:ext cx="463769" cy="1409799"/>
              </a:xfrm>
              <a:custGeom>
                <a:avLst/>
                <a:gdLst/>
                <a:ahLst/>
                <a:cxnLst/>
                <a:rect l="l" t="t" r="r" b="b"/>
                <a:pathLst>
                  <a:path w="29596" h="89968" extrusionOk="0">
                    <a:moveTo>
                      <a:pt x="14798" y="1"/>
                    </a:moveTo>
                    <a:cubicBezTo>
                      <a:pt x="6637" y="1"/>
                      <a:pt x="0" y="6637"/>
                      <a:pt x="0" y="14798"/>
                    </a:cubicBezTo>
                    <a:lnTo>
                      <a:pt x="0" y="89968"/>
                    </a:lnTo>
                    <a:lnTo>
                      <a:pt x="226" y="89968"/>
                    </a:lnTo>
                    <a:lnTo>
                      <a:pt x="226" y="14798"/>
                    </a:lnTo>
                    <a:cubicBezTo>
                      <a:pt x="226" y="6756"/>
                      <a:pt x="6755" y="227"/>
                      <a:pt x="14798" y="227"/>
                    </a:cubicBezTo>
                    <a:cubicBezTo>
                      <a:pt x="22826" y="227"/>
                      <a:pt x="29355" y="6756"/>
                      <a:pt x="29355" y="14798"/>
                    </a:cubicBezTo>
                    <a:lnTo>
                      <a:pt x="29355" y="89968"/>
                    </a:lnTo>
                    <a:lnTo>
                      <a:pt x="29596" y="89968"/>
                    </a:lnTo>
                    <a:lnTo>
                      <a:pt x="29596" y="14798"/>
                    </a:lnTo>
                    <a:cubicBezTo>
                      <a:pt x="29596" y="6637"/>
                      <a:pt x="22945" y="1"/>
                      <a:pt x="1479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747;p53">
                <a:extLst>
                  <a:ext uri="{FF2B5EF4-FFF2-40B4-BE49-F238E27FC236}">
                    <a16:creationId xmlns:a16="http://schemas.microsoft.com/office/drawing/2014/main" id="{8991AD04-69B1-AB05-BCD6-2DA0954C60D9}"/>
                  </a:ext>
                </a:extLst>
              </p:cNvPr>
              <p:cNvSpPr/>
              <p:nvPr/>
            </p:nvSpPr>
            <p:spPr>
              <a:xfrm>
                <a:off x="3492877" y="4378716"/>
                <a:ext cx="344615" cy="1350049"/>
              </a:xfrm>
              <a:custGeom>
                <a:avLst/>
                <a:gdLst/>
                <a:ahLst/>
                <a:cxnLst/>
                <a:rect l="l" t="t" r="r" b="b"/>
                <a:pathLst>
                  <a:path w="21992" h="86155" extrusionOk="0">
                    <a:moveTo>
                      <a:pt x="11003" y="1"/>
                    </a:moveTo>
                    <a:cubicBezTo>
                      <a:pt x="4933" y="1"/>
                      <a:pt x="1" y="4916"/>
                      <a:pt x="1" y="10985"/>
                    </a:cubicBezTo>
                    <a:lnTo>
                      <a:pt x="1" y="86155"/>
                    </a:lnTo>
                    <a:lnTo>
                      <a:pt x="227" y="86155"/>
                    </a:lnTo>
                    <a:lnTo>
                      <a:pt x="227" y="10985"/>
                    </a:lnTo>
                    <a:cubicBezTo>
                      <a:pt x="227" y="5052"/>
                      <a:pt x="5055" y="223"/>
                      <a:pt x="11003" y="223"/>
                    </a:cubicBezTo>
                    <a:cubicBezTo>
                      <a:pt x="16936" y="223"/>
                      <a:pt x="21765" y="5052"/>
                      <a:pt x="21765" y="10985"/>
                    </a:cubicBezTo>
                    <a:lnTo>
                      <a:pt x="21765" y="86155"/>
                    </a:lnTo>
                    <a:lnTo>
                      <a:pt x="21991" y="86155"/>
                    </a:lnTo>
                    <a:lnTo>
                      <a:pt x="21991" y="10985"/>
                    </a:lnTo>
                    <a:cubicBezTo>
                      <a:pt x="21991" y="4916"/>
                      <a:pt x="17058" y="1"/>
                      <a:pt x="1100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748;p53">
              <a:extLst>
                <a:ext uri="{FF2B5EF4-FFF2-40B4-BE49-F238E27FC236}">
                  <a16:creationId xmlns:a16="http://schemas.microsoft.com/office/drawing/2014/main" id="{D4820412-2747-6C0F-2AA3-7B744F53D1BE}"/>
                </a:ext>
              </a:extLst>
            </p:cNvPr>
            <p:cNvGrpSpPr/>
            <p:nvPr userDrawn="1"/>
          </p:nvGrpSpPr>
          <p:grpSpPr>
            <a:xfrm>
              <a:off x="8214784" y="1818626"/>
              <a:ext cx="901319" cy="1393563"/>
              <a:chOff x="6967797" y="2091363"/>
              <a:chExt cx="867571" cy="1341383"/>
            </a:xfrm>
          </p:grpSpPr>
          <p:sp>
            <p:nvSpPr>
              <p:cNvPr id="32" name="Google Shape;749;p53">
                <a:extLst>
                  <a:ext uri="{FF2B5EF4-FFF2-40B4-BE49-F238E27FC236}">
                    <a16:creationId xmlns:a16="http://schemas.microsoft.com/office/drawing/2014/main" id="{F3C92A6F-41D6-E154-EFDF-BC028824AB2C}"/>
                  </a:ext>
                </a:extLst>
              </p:cNvPr>
              <p:cNvSpPr/>
              <p:nvPr/>
            </p:nvSpPr>
            <p:spPr>
              <a:xfrm>
                <a:off x="6968033" y="2091363"/>
                <a:ext cx="867335" cy="1341383"/>
              </a:xfrm>
              <a:custGeom>
                <a:avLst/>
                <a:gdLst/>
                <a:ahLst/>
                <a:cxnLst/>
                <a:rect l="l" t="t" r="r" b="b"/>
                <a:pathLst>
                  <a:path w="55350" h="85602" extrusionOk="0">
                    <a:moveTo>
                      <a:pt x="12556" y="1"/>
                    </a:moveTo>
                    <a:cubicBezTo>
                      <a:pt x="8312" y="1"/>
                      <a:pt x="4126" y="614"/>
                      <a:pt x="104" y="1838"/>
                    </a:cubicBezTo>
                    <a:cubicBezTo>
                      <a:pt x="29" y="1852"/>
                      <a:pt x="0" y="1927"/>
                      <a:pt x="15" y="2003"/>
                    </a:cubicBezTo>
                    <a:cubicBezTo>
                      <a:pt x="26" y="2050"/>
                      <a:pt x="74" y="2087"/>
                      <a:pt x="131" y="2087"/>
                    </a:cubicBezTo>
                    <a:cubicBezTo>
                      <a:pt x="147" y="2087"/>
                      <a:pt x="163" y="2084"/>
                      <a:pt x="180" y="2078"/>
                    </a:cubicBezTo>
                    <a:cubicBezTo>
                      <a:pt x="4172" y="865"/>
                      <a:pt x="8341" y="256"/>
                      <a:pt x="12556" y="256"/>
                    </a:cubicBezTo>
                    <a:cubicBezTo>
                      <a:pt x="36010" y="256"/>
                      <a:pt x="55095" y="19340"/>
                      <a:pt x="55095" y="42794"/>
                    </a:cubicBezTo>
                    <a:cubicBezTo>
                      <a:pt x="55095" y="66263"/>
                      <a:pt x="36010" y="85347"/>
                      <a:pt x="12556" y="85347"/>
                    </a:cubicBezTo>
                    <a:cubicBezTo>
                      <a:pt x="8341" y="85347"/>
                      <a:pt x="4172" y="84719"/>
                      <a:pt x="180" y="83511"/>
                    </a:cubicBezTo>
                    <a:cubicBezTo>
                      <a:pt x="167" y="83508"/>
                      <a:pt x="155" y="83507"/>
                      <a:pt x="143" y="83507"/>
                    </a:cubicBezTo>
                    <a:cubicBezTo>
                      <a:pt x="81" y="83507"/>
                      <a:pt x="27" y="83537"/>
                      <a:pt x="15" y="83600"/>
                    </a:cubicBezTo>
                    <a:cubicBezTo>
                      <a:pt x="0" y="83661"/>
                      <a:pt x="29" y="83733"/>
                      <a:pt x="104" y="83751"/>
                    </a:cubicBezTo>
                    <a:cubicBezTo>
                      <a:pt x="4126" y="84974"/>
                      <a:pt x="8312" y="85602"/>
                      <a:pt x="12556" y="85602"/>
                    </a:cubicBezTo>
                    <a:cubicBezTo>
                      <a:pt x="23992" y="85602"/>
                      <a:pt x="34737" y="81150"/>
                      <a:pt x="42826" y="73061"/>
                    </a:cubicBezTo>
                    <a:cubicBezTo>
                      <a:pt x="50912" y="64975"/>
                      <a:pt x="55349" y="54227"/>
                      <a:pt x="55349" y="42794"/>
                    </a:cubicBezTo>
                    <a:cubicBezTo>
                      <a:pt x="55349" y="31358"/>
                      <a:pt x="50912" y="20614"/>
                      <a:pt x="42826" y="12542"/>
                    </a:cubicBezTo>
                    <a:cubicBezTo>
                      <a:pt x="34737" y="4453"/>
                      <a:pt x="23992" y="1"/>
                      <a:pt x="12556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750;p53">
                <a:extLst>
                  <a:ext uri="{FF2B5EF4-FFF2-40B4-BE49-F238E27FC236}">
                    <a16:creationId xmlns:a16="http://schemas.microsoft.com/office/drawing/2014/main" id="{AA45EECE-ABA2-9D6E-619C-DA1BB2388A8D}"/>
                  </a:ext>
                </a:extLst>
              </p:cNvPr>
              <p:cNvSpPr/>
              <p:nvPr/>
            </p:nvSpPr>
            <p:spPr>
              <a:xfrm>
                <a:off x="6967798" y="2206232"/>
                <a:ext cx="752834" cy="1111645"/>
              </a:xfrm>
              <a:custGeom>
                <a:avLst/>
                <a:gdLst/>
                <a:ahLst/>
                <a:cxnLst/>
                <a:rect l="l" t="t" r="r" b="b"/>
                <a:pathLst>
                  <a:path w="48043" h="70941" extrusionOk="0">
                    <a:moveTo>
                      <a:pt x="12571" y="1"/>
                    </a:moveTo>
                    <a:cubicBezTo>
                      <a:pt x="8281" y="1"/>
                      <a:pt x="4080" y="765"/>
                      <a:pt x="105" y="2261"/>
                    </a:cubicBezTo>
                    <a:cubicBezTo>
                      <a:pt x="44" y="2275"/>
                      <a:pt x="1" y="2350"/>
                      <a:pt x="30" y="2422"/>
                    </a:cubicBezTo>
                    <a:cubicBezTo>
                      <a:pt x="56" y="2473"/>
                      <a:pt x="110" y="2501"/>
                      <a:pt x="163" y="2501"/>
                    </a:cubicBezTo>
                    <a:cubicBezTo>
                      <a:pt x="174" y="2501"/>
                      <a:pt x="184" y="2500"/>
                      <a:pt x="195" y="2497"/>
                    </a:cubicBezTo>
                    <a:cubicBezTo>
                      <a:pt x="4141" y="1005"/>
                      <a:pt x="8313" y="255"/>
                      <a:pt x="12571" y="255"/>
                    </a:cubicBezTo>
                    <a:cubicBezTo>
                      <a:pt x="31989" y="255"/>
                      <a:pt x="47788" y="16054"/>
                      <a:pt x="47788" y="35472"/>
                    </a:cubicBezTo>
                    <a:cubicBezTo>
                      <a:pt x="47788" y="54887"/>
                      <a:pt x="31989" y="70689"/>
                      <a:pt x="12571" y="70689"/>
                    </a:cubicBezTo>
                    <a:cubicBezTo>
                      <a:pt x="8313" y="70689"/>
                      <a:pt x="4141" y="69939"/>
                      <a:pt x="195" y="68461"/>
                    </a:cubicBezTo>
                    <a:cubicBezTo>
                      <a:pt x="179" y="68453"/>
                      <a:pt x="162" y="68449"/>
                      <a:pt x="146" y="68449"/>
                    </a:cubicBezTo>
                    <a:cubicBezTo>
                      <a:pt x="99" y="68449"/>
                      <a:pt x="53" y="68481"/>
                      <a:pt x="30" y="68537"/>
                    </a:cubicBezTo>
                    <a:cubicBezTo>
                      <a:pt x="1" y="68594"/>
                      <a:pt x="44" y="68669"/>
                      <a:pt x="105" y="68698"/>
                    </a:cubicBezTo>
                    <a:cubicBezTo>
                      <a:pt x="4080" y="70194"/>
                      <a:pt x="8281" y="70940"/>
                      <a:pt x="12571" y="70940"/>
                    </a:cubicBezTo>
                    <a:cubicBezTo>
                      <a:pt x="22049" y="70940"/>
                      <a:pt x="30956" y="67263"/>
                      <a:pt x="37654" y="60555"/>
                    </a:cubicBezTo>
                    <a:cubicBezTo>
                      <a:pt x="44348" y="53857"/>
                      <a:pt x="48043" y="44950"/>
                      <a:pt x="48043" y="35472"/>
                    </a:cubicBezTo>
                    <a:cubicBezTo>
                      <a:pt x="48043" y="25994"/>
                      <a:pt x="44348" y="17087"/>
                      <a:pt x="37654" y="10390"/>
                    </a:cubicBezTo>
                    <a:cubicBezTo>
                      <a:pt x="30956" y="3696"/>
                      <a:pt x="22049" y="1"/>
                      <a:pt x="12571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751;p53">
                <a:extLst>
                  <a:ext uri="{FF2B5EF4-FFF2-40B4-BE49-F238E27FC236}">
                    <a16:creationId xmlns:a16="http://schemas.microsoft.com/office/drawing/2014/main" id="{335DF242-ADE7-F231-027F-F54F4FBD4B21}"/>
                  </a:ext>
                </a:extLst>
              </p:cNvPr>
              <p:cNvSpPr/>
              <p:nvPr/>
            </p:nvSpPr>
            <p:spPr>
              <a:xfrm>
                <a:off x="6967798" y="2320317"/>
                <a:ext cx="638725" cy="883475"/>
              </a:xfrm>
              <a:custGeom>
                <a:avLst/>
                <a:gdLst/>
                <a:ahLst/>
                <a:cxnLst/>
                <a:rect l="l" t="t" r="r" b="b"/>
                <a:pathLst>
                  <a:path w="40761" h="56380" extrusionOk="0">
                    <a:moveTo>
                      <a:pt x="12571" y="1"/>
                    </a:moveTo>
                    <a:cubicBezTo>
                      <a:pt x="8191" y="1"/>
                      <a:pt x="3990" y="969"/>
                      <a:pt x="91" y="2899"/>
                    </a:cubicBezTo>
                    <a:cubicBezTo>
                      <a:pt x="30" y="2928"/>
                      <a:pt x="1" y="3018"/>
                      <a:pt x="30" y="3079"/>
                    </a:cubicBezTo>
                    <a:cubicBezTo>
                      <a:pt x="64" y="3124"/>
                      <a:pt x="114" y="3151"/>
                      <a:pt x="160" y="3151"/>
                    </a:cubicBezTo>
                    <a:cubicBezTo>
                      <a:pt x="177" y="3151"/>
                      <a:pt x="194" y="3147"/>
                      <a:pt x="209" y="3140"/>
                    </a:cubicBezTo>
                    <a:cubicBezTo>
                      <a:pt x="4065" y="1224"/>
                      <a:pt x="8237" y="252"/>
                      <a:pt x="12571" y="252"/>
                    </a:cubicBezTo>
                    <a:cubicBezTo>
                      <a:pt x="27982" y="252"/>
                      <a:pt x="40509" y="12793"/>
                      <a:pt x="40509" y="28190"/>
                    </a:cubicBezTo>
                    <a:cubicBezTo>
                      <a:pt x="40509" y="43601"/>
                      <a:pt x="27982" y="56125"/>
                      <a:pt x="12571" y="56125"/>
                    </a:cubicBezTo>
                    <a:cubicBezTo>
                      <a:pt x="8237" y="56125"/>
                      <a:pt x="4065" y="55171"/>
                      <a:pt x="209" y="53255"/>
                    </a:cubicBezTo>
                    <a:cubicBezTo>
                      <a:pt x="194" y="53247"/>
                      <a:pt x="177" y="53244"/>
                      <a:pt x="160" y="53244"/>
                    </a:cubicBezTo>
                    <a:cubicBezTo>
                      <a:pt x="114" y="53244"/>
                      <a:pt x="64" y="53271"/>
                      <a:pt x="30" y="53316"/>
                    </a:cubicBezTo>
                    <a:cubicBezTo>
                      <a:pt x="1" y="53377"/>
                      <a:pt x="30" y="53452"/>
                      <a:pt x="91" y="53481"/>
                    </a:cubicBezTo>
                    <a:cubicBezTo>
                      <a:pt x="3990" y="55407"/>
                      <a:pt x="8191" y="56380"/>
                      <a:pt x="12571" y="56380"/>
                    </a:cubicBezTo>
                    <a:cubicBezTo>
                      <a:pt x="20104" y="56380"/>
                      <a:pt x="27175" y="53452"/>
                      <a:pt x="32509" y="48129"/>
                    </a:cubicBezTo>
                    <a:cubicBezTo>
                      <a:pt x="37833" y="42809"/>
                      <a:pt x="40760" y="35724"/>
                      <a:pt x="40760" y="28190"/>
                    </a:cubicBezTo>
                    <a:cubicBezTo>
                      <a:pt x="40760" y="20657"/>
                      <a:pt x="37833" y="13586"/>
                      <a:pt x="32509" y="8266"/>
                    </a:cubicBezTo>
                    <a:cubicBezTo>
                      <a:pt x="27175" y="2928"/>
                      <a:pt x="20104" y="1"/>
                      <a:pt x="12571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752;p53">
                <a:extLst>
                  <a:ext uri="{FF2B5EF4-FFF2-40B4-BE49-F238E27FC236}">
                    <a16:creationId xmlns:a16="http://schemas.microsoft.com/office/drawing/2014/main" id="{94BE3D66-D9C8-29AC-9895-A51B06C2AE89}"/>
                  </a:ext>
                </a:extLst>
              </p:cNvPr>
              <p:cNvSpPr/>
              <p:nvPr/>
            </p:nvSpPr>
            <p:spPr>
              <a:xfrm>
                <a:off x="6967798" y="2434262"/>
                <a:ext cx="524663" cy="655586"/>
              </a:xfrm>
              <a:custGeom>
                <a:avLst/>
                <a:gdLst/>
                <a:ahLst/>
                <a:cxnLst/>
                <a:rect l="l" t="t" r="r" b="b"/>
                <a:pathLst>
                  <a:path w="33482" h="41837" extrusionOk="0">
                    <a:moveTo>
                      <a:pt x="12571" y="1"/>
                    </a:moveTo>
                    <a:cubicBezTo>
                      <a:pt x="8026" y="1"/>
                      <a:pt x="3707" y="1436"/>
                      <a:pt x="76" y="4140"/>
                    </a:cubicBezTo>
                    <a:cubicBezTo>
                      <a:pt x="15" y="4183"/>
                      <a:pt x="1" y="4259"/>
                      <a:pt x="44" y="4320"/>
                    </a:cubicBezTo>
                    <a:cubicBezTo>
                      <a:pt x="72" y="4356"/>
                      <a:pt x="110" y="4376"/>
                      <a:pt x="149" y="4376"/>
                    </a:cubicBezTo>
                    <a:cubicBezTo>
                      <a:pt x="174" y="4376"/>
                      <a:pt x="200" y="4367"/>
                      <a:pt x="223" y="4348"/>
                    </a:cubicBezTo>
                    <a:cubicBezTo>
                      <a:pt x="3811" y="1672"/>
                      <a:pt x="8087" y="255"/>
                      <a:pt x="12571" y="255"/>
                    </a:cubicBezTo>
                    <a:cubicBezTo>
                      <a:pt x="23961" y="255"/>
                      <a:pt x="33227" y="9521"/>
                      <a:pt x="33227" y="20911"/>
                    </a:cubicBezTo>
                    <a:cubicBezTo>
                      <a:pt x="33227" y="32301"/>
                      <a:pt x="23961" y="41567"/>
                      <a:pt x="12571" y="41567"/>
                    </a:cubicBezTo>
                    <a:cubicBezTo>
                      <a:pt x="8087" y="41567"/>
                      <a:pt x="3811" y="40164"/>
                      <a:pt x="223" y="37488"/>
                    </a:cubicBezTo>
                    <a:cubicBezTo>
                      <a:pt x="200" y="37470"/>
                      <a:pt x="174" y="37461"/>
                      <a:pt x="149" y="37461"/>
                    </a:cubicBezTo>
                    <a:cubicBezTo>
                      <a:pt x="110" y="37461"/>
                      <a:pt x="72" y="37481"/>
                      <a:pt x="44" y="37517"/>
                    </a:cubicBezTo>
                    <a:cubicBezTo>
                      <a:pt x="1" y="37564"/>
                      <a:pt x="15" y="37653"/>
                      <a:pt x="76" y="37682"/>
                    </a:cubicBezTo>
                    <a:cubicBezTo>
                      <a:pt x="3707" y="40401"/>
                      <a:pt x="8026" y="41836"/>
                      <a:pt x="12571" y="41836"/>
                    </a:cubicBezTo>
                    <a:cubicBezTo>
                      <a:pt x="24111" y="41836"/>
                      <a:pt x="33482" y="32452"/>
                      <a:pt x="33482" y="20911"/>
                    </a:cubicBezTo>
                    <a:cubicBezTo>
                      <a:pt x="33482" y="9385"/>
                      <a:pt x="24111" y="1"/>
                      <a:pt x="12571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753;p53">
              <a:extLst>
                <a:ext uri="{FF2B5EF4-FFF2-40B4-BE49-F238E27FC236}">
                  <a16:creationId xmlns:a16="http://schemas.microsoft.com/office/drawing/2014/main" id="{1683D79C-F91A-08D4-C622-1892E940DA96}"/>
                </a:ext>
              </a:extLst>
            </p:cNvPr>
            <p:cNvGrpSpPr/>
            <p:nvPr userDrawn="1"/>
          </p:nvGrpSpPr>
          <p:grpSpPr>
            <a:xfrm>
              <a:off x="9332196" y="1743789"/>
              <a:ext cx="838771" cy="1543237"/>
              <a:chOff x="7046543" y="2019328"/>
              <a:chExt cx="807365" cy="1485453"/>
            </a:xfrm>
          </p:grpSpPr>
          <p:sp>
            <p:nvSpPr>
              <p:cNvPr id="28" name="Google Shape;754;p53">
                <a:extLst>
                  <a:ext uri="{FF2B5EF4-FFF2-40B4-BE49-F238E27FC236}">
                    <a16:creationId xmlns:a16="http://schemas.microsoft.com/office/drawing/2014/main" id="{B53A54EE-81CD-9984-6612-EBF7C6BB3C5D}"/>
                  </a:ext>
                </a:extLst>
              </p:cNvPr>
              <p:cNvSpPr/>
              <p:nvPr/>
            </p:nvSpPr>
            <p:spPr>
              <a:xfrm>
                <a:off x="7046543" y="2019328"/>
                <a:ext cx="807365" cy="1485453"/>
              </a:xfrm>
              <a:custGeom>
                <a:avLst/>
                <a:gdLst/>
                <a:ahLst/>
                <a:cxnLst/>
                <a:rect l="l" t="t" r="r" b="b"/>
                <a:pathLst>
                  <a:path w="51523" h="94796" extrusionOk="0">
                    <a:moveTo>
                      <a:pt x="22077" y="0"/>
                    </a:moveTo>
                    <a:cubicBezTo>
                      <a:pt x="9895" y="0"/>
                      <a:pt x="1" y="9912"/>
                      <a:pt x="1" y="22077"/>
                    </a:cubicBezTo>
                    <a:lnTo>
                      <a:pt x="1" y="72734"/>
                    </a:lnTo>
                    <a:cubicBezTo>
                      <a:pt x="1" y="84902"/>
                      <a:pt x="9895" y="94796"/>
                      <a:pt x="22077" y="94796"/>
                    </a:cubicBezTo>
                    <a:lnTo>
                      <a:pt x="51522" y="94796"/>
                    </a:lnTo>
                    <a:lnTo>
                      <a:pt x="51522" y="94541"/>
                    </a:lnTo>
                    <a:lnTo>
                      <a:pt x="22077" y="94541"/>
                    </a:lnTo>
                    <a:cubicBezTo>
                      <a:pt x="10046" y="94541"/>
                      <a:pt x="256" y="84751"/>
                      <a:pt x="256" y="72734"/>
                    </a:cubicBezTo>
                    <a:lnTo>
                      <a:pt x="256" y="22077"/>
                    </a:lnTo>
                    <a:cubicBezTo>
                      <a:pt x="256" y="10045"/>
                      <a:pt x="10046" y="255"/>
                      <a:pt x="22077" y="255"/>
                    </a:cubicBezTo>
                    <a:lnTo>
                      <a:pt x="51522" y="255"/>
                    </a:lnTo>
                    <a:lnTo>
                      <a:pt x="51522" y="0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755;p53">
                <a:extLst>
                  <a:ext uri="{FF2B5EF4-FFF2-40B4-BE49-F238E27FC236}">
                    <a16:creationId xmlns:a16="http://schemas.microsoft.com/office/drawing/2014/main" id="{C815D5E6-7E25-48CB-CA36-4F9D14B9E9EE}"/>
                  </a:ext>
                </a:extLst>
              </p:cNvPr>
              <p:cNvSpPr/>
              <p:nvPr/>
            </p:nvSpPr>
            <p:spPr>
              <a:xfrm>
                <a:off x="7138118" y="2111037"/>
                <a:ext cx="715790" cy="1302036"/>
              </a:xfrm>
              <a:custGeom>
                <a:avLst/>
                <a:gdLst/>
                <a:ahLst/>
                <a:cxnLst/>
                <a:rect l="l" t="t" r="r" b="b"/>
                <a:pathLst>
                  <a:path w="45679" h="83091" extrusionOk="0">
                    <a:moveTo>
                      <a:pt x="16233" y="0"/>
                    </a:moveTo>
                    <a:cubicBezTo>
                      <a:pt x="7279" y="0"/>
                      <a:pt x="1" y="7264"/>
                      <a:pt x="1" y="16215"/>
                    </a:cubicBezTo>
                    <a:lnTo>
                      <a:pt x="1" y="66872"/>
                    </a:lnTo>
                    <a:cubicBezTo>
                      <a:pt x="1" y="75811"/>
                      <a:pt x="7279" y="83090"/>
                      <a:pt x="16233" y="83090"/>
                    </a:cubicBezTo>
                    <a:lnTo>
                      <a:pt x="45678" y="83090"/>
                    </a:lnTo>
                    <a:lnTo>
                      <a:pt x="45678" y="82835"/>
                    </a:lnTo>
                    <a:lnTo>
                      <a:pt x="16233" y="82835"/>
                    </a:lnTo>
                    <a:cubicBezTo>
                      <a:pt x="7430" y="82835"/>
                      <a:pt x="270" y="75675"/>
                      <a:pt x="270" y="66872"/>
                    </a:cubicBezTo>
                    <a:lnTo>
                      <a:pt x="270" y="16215"/>
                    </a:lnTo>
                    <a:cubicBezTo>
                      <a:pt x="270" y="7412"/>
                      <a:pt x="7430" y="251"/>
                      <a:pt x="16233" y="251"/>
                    </a:cubicBezTo>
                    <a:lnTo>
                      <a:pt x="45678" y="251"/>
                    </a:lnTo>
                    <a:lnTo>
                      <a:pt x="45678" y="0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756;p53">
                <a:extLst>
                  <a:ext uri="{FF2B5EF4-FFF2-40B4-BE49-F238E27FC236}">
                    <a16:creationId xmlns:a16="http://schemas.microsoft.com/office/drawing/2014/main" id="{CCAC30A7-E913-2EE5-DA8A-84D4A66EB44A}"/>
                  </a:ext>
                </a:extLst>
              </p:cNvPr>
              <p:cNvSpPr/>
              <p:nvPr/>
            </p:nvSpPr>
            <p:spPr>
              <a:xfrm>
                <a:off x="7229913" y="2202722"/>
                <a:ext cx="623995" cy="1118666"/>
              </a:xfrm>
              <a:custGeom>
                <a:avLst/>
                <a:gdLst/>
                <a:ahLst/>
                <a:cxnLst/>
                <a:rect l="l" t="t" r="r" b="b"/>
                <a:pathLst>
                  <a:path w="39821" h="71389" extrusionOk="0">
                    <a:moveTo>
                      <a:pt x="10375" y="1"/>
                    </a:moveTo>
                    <a:cubicBezTo>
                      <a:pt x="4650" y="1"/>
                      <a:pt x="1" y="4650"/>
                      <a:pt x="1" y="10372"/>
                    </a:cubicBezTo>
                    <a:lnTo>
                      <a:pt x="1" y="61029"/>
                    </a:lnTo>
                    <a:cubicBezTo>
                      <a:pt x="1" y="66740"/>
                      <a:pt x="4650" y="71389"/>
                      <a:pt x="10375" y="71389"/>
                    </a:cubicBezTo>
                    <a:lnTo>
                      <a:pt x="39820" y="71389"/>
                    </a:lnTo>
                    <a:lnTo>
                      <a:pt x="39820" y="71134"/>
                    </a:lnTo>
                    <a:lnTo>
                      <a:pt x="10375" y="71134"/>
                    </a:lnTo>
                    <a:cubicBezTo>
                      <a:pt x="4786" y="71134"/>
                      <a:pt x="256" y="66603"/>
                      <a:pt x="256" y="61029"/>
                    </a:cubicBezTo>
                    <a:lnTo>
                      <a:pt x="256" y="10372"/>
                    </a:lnTo>
                    <a:cubicBezTo>
                      <a:pt x="256" y="4797"/>
                      <a:pt x="4786" y="256"/>
                      <a:pt x="10375" y="256"/>
                    </a:cubicBezTo>
                    <a:lnTo>
                      <a:pt x="39820" y="256"/>
                    </a:lnTo>
                    <a:lnTo>
                      <a:pt x="39820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57;p53">
                <a:extLst>
                  <a:ext uri="{FF2B5EF4-FFF2-40B4-BE49-F238E27FC236}">
                    <a16:creationId xmlns:a16="http://schemas.microsoft.com/office/drawing/2014/main" id="{01CD8944-806E-B8FF-CCA6-DF4464F1FF0D}"/>
                  </a:ext>
                </a:extLst>
              </p:cNvPr>
              <p:cNvSpPr/>
              <p:nvPr/>
            </p:nvSpPr>
            <p:spPr>
              <a:xfrm>
                <a:off x="7321488" y="2294399"/>
                <a:ext cx="532420" cy="935311"/>
              </a:xfrm>
              <a:custGeom>
                <a:avLst/>
                <a:gdLst/>
                <a:ahLst/>
                <a:cxnLst/>
                <a:rect l="l" t="t" r="r" b="b"/>
                <a:pathLst>
                  <a:path w="33977" h="59688" extrusionOk="0">
                    <a:moveTo>
                      <a:pt x="4531" y="1"/>
                    </a:moveTo>
                    <a:cubicBezTo>
                      <a:pt x="2035" y="1"/>
                      <a:pt x="1" y="2021"/>
                      <a:pt x="1" y="4514"/>
                    </a:cubicBezTo>
                    <a:lnTo>
                      <a:pt x="1" y="55171"/>
                    </a:lnTo>
                    <a:cubicBezTo>
                      <a:pt x="1" y="57653"/>
                      <a:pt x="2035" y="59687"/>
                      <a:pt x="4531" y="59687"/>
                    </a:cubicBezTo>
                    <a:lnTo>
                      <a:pt x="33976" y="59687"/>
                    </a:lnTo>
                    <a:lnTo>
                      <a:pt x="33976" y="59432"/>
                    </a:lnTo>
                    <a:lnTo>
                      <a:pt x="4531" y="59432"/>
                    </a:lnTo>
                    <a:cubicBezTo>
                      <a:pt x="2171" y="59432"/>
                      <a:pt x="255" y="57517"/>
                      <a:pt x="255" y="55171"/>
                    </a:cubicBezTo>
                    <a:lnTo>
                      <a:pt x="255" y="4514"/>
                    </a:lnTo>
                    <a:cubicBezTo>
                      <a:pt x="255" y="2153"/>
                      <a:pt x="2171" y="256"/>
                      <a:pt x="4531" y="256"/>
                    </a:cubicBezTo>
                    <a:lnTo>
                      <a:pt x="33976" y="256"/>
                    </a:lnTo>
                    <a:lnTo>
                      <a:pt x="33976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" name="Arc 69">
            <a:extLst>
              <a:ext uri="{FF2B5EF4-FFF2-40B4-BE49-F238E27FC236}">
                <a16:creationId xmlns:a16="http://schemas.microsoft.com/office/drawing/2014/main" id="{0F9FCDC9-EFFE-DC1B-0723-F4A24AF4087B}"/>
              </a:ext>
            </a:extLst>
          </p:cNvPr>
          <p:cNvSpPr/>
          <p:nvPr userDrawn="1"/>
        </p:nvSpPr>
        <p:spPr>
          <a:xfrm rot="5400000">
            <a:off x="10907307" y="2958306"/>
            <a:ext cx="1128645" cy="1389084"/>
          </a:xfrm>
          <a:prstGeom prst="arc">
            <a:avLst/>
          </a:prstGeom>
          <a:ln w="5080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2744BFC-A606-FB49-9D27-749BDFBF94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217170"/>
            <a:ext cx="11486646" cy="0"/>
          </a:xfrm>
          <a:prstGeom prst="line">
            <a:avLst/>
          </a:prstGeom>
          <a:ln w="5080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72">
            <a:extLst>
              <a:ext uri="{FF2B5EF4-FFF2-40B4-BE49-F238E27FC236}">
                <a16:creationId xmlns:a16="http://schemas.microsoft.com/office/drawing/2014/main" id="{AFB42577-26F7-DDD4-9A9A-F923FD669E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000" y="6420298"/>
            <a:ext cx="610079" cy="385862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07FD218D-E51C-2118-1B75-86729045ED99}"/>
              </a:ext>
            </a:extLst>
          </p:cNvPr>
          <p:cNvGrpSpPr/>
          <p:nvPr userDrawn="1"/>
        </p:nvGrpSpPr>
        <p:grpSpPr>
          <a:xfrm>
            <a:off x="0" y="165936"/>
            <a:ext cx="11340000" cy="6710064"/>
            <a:chOff x="0" y="165936"/>
            <a:chExt cx="11340000" cy="6710064"/>
          </a:xfrm>
        </p:grpSpPr>
        <p:sp>
          <p:nvSpPr>
            <p:cNvPr id="76" name="矩形 4">
              <a:extLst>
                <a:ext uri="{FF2B5EF4-FFF2-40B4-BE49-F238E27FC236}">
                  <a16:creationId xmlns:a16="http://schemas.microsoft.com/office/drawing/2014/main" id="{19E7FF3F-421C-8F7C-A282-D0E25B04BF5D}"/>
                </a:ext>
              </a:extLst>
            </p:cNvPr>
            <p:cNvSpPr/>
            <p:nvPr/>
          </p:nvSpPr>
          <p:spPr>
            <a:xfrm>
              <a:off x="0" y="6696000"/>
              <a:ext cx="11340000" cy="18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 dirty="0"/>
            </a:p>
          </p:txBody>
        </p:sp>
        <p:sp>
          <p:nvSpPr>
            <p:cNvPr id="77" name="矩形 5">
              <a:extLst>
                <a:ext uri="{FF2B5EF4-FFF2-40B4-BE49-F238E27FC236}">
                  <a16:creationId xmlns:a16="http://schemas.microsoft.com/office/drawing/2014/main" id="{F19D584B-5883-5E2F-18BD-B206B858E8D9}"/>
                </a:ext>
              </a:extLst>
            </p:cNvPr>
            <p:cNvSpPr/>
            <p:nvPr/>
          </p:nvSpPr>
          <p:spPr>
            <a:xfrm>
              <a:off x="0" y="6804000"/>
              <a:ext cx="11340000" cy="72000"/>
            </a:xfrm>
            <a:prstGeom prst="rect">
              <a:avLst/>
            </a:prstGeom>
            <a:solidFill>
              <a:srgbClr val="562F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grpSp>
          <p:nvGrpSpPr>
            <p:cNvPr id="78" name="组合 8">
              <a:extLst>
                <a:ext uri="{FF2B5EF4-FFF2-40B4-BE49-F238E27FC236}">
                  <a16:creationId xmlns:a16="http://schemas.microsoft.com/office/drawing/2014/main" id="{EF40C186-67A3-B6E5-6612-00F20CD1487C}"/>
                </a:ext>
              </a:extLst>
            </p:cNvPr>
            <p:cNvGrpSpPr/>
            <p:nvPr userDrawn="1"/>
          </p:nvGrpSpPr>
          <p:grpSpPr>
            <a:xfrm>
              <a:off x="0" y="165936"/>
              <a:ext cx="631080" cy="558000"/>
              <a:chOff x="720" y="171720"/>
              <a:chExt cx="631080" cy="558000"/>
            </a:xfrm>
          </p:grpSpPr>
          <p:sp>
            <p:nvSpPr>
              <p:cNvPr id="79" name="矩形 9">
                <a:extLst>
                  <a:ext uri="{FF2B5EF4-FFF2-40B4-BE49-F238E27FC236}">
                    <a16:creationId xmlns:a16="http://schemas.microsoft.com/office/drawing/2014/main" id="{A67823F6-B51D-F0A0-F3EF-357FE23CDF4F}"/>
                  </a:ext>
                </a:extLst>
              </p:cNvPr>
              <p:cNvSpPr/>
              <p:nvPr/>
            </p:nvSpPr>
            <p:spPr>
              <a:xfrm>
                <a:off x="720" y="171720"/>
                <a:ext cx="532800" cy="5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80" name="矩形 10">
                <a:extLst>
                  <a:ext uri="{FF2B5EF4-FFF2-40B4-BE49-F238E27FC236}">
                    <a16:creationId xmlns:a16="http://schemas.microsoft.com/office/drawing/2014/main" id="{9110B0AD-30D4-5201-DCBF-0FC04B2DA5BB}"/>
                  </a:ext>
                </a:extLst>
              </p:cNvPr>
              <p:cNvSpPr/>
              <p:nvPr/>
            </p:nvSpPr>
            <p:spPr>
              <a:xfrm>
                <a:off x="575280" y="171720"/>
                <a:ext cx="56520" cy="5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722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DE21FA5-833B-0E9C-E1C5-5CD5F0C5B291}"/>
              </a:ext>
            </a:extLst>
          </p:cNvPr>
          <p:cNvSpPr txBox="1">
            <a:spLocks/>
          </p:cNvSpPr>
          <p:nvPr/>
        </p:nvSpPr>
        <p:spPr>
          <a:xfrm>
            <a:off x="834236" y="4629746"/>
            <a:ext cx="10515600" cy="1306362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TC" panose="020B0200000000000000" pitchFamily="34" charset="-128"/>
                <a:ea typeface="Noto Sans TC" panose="020B0200000000000000" pitchFamily="34" charset="-128"/>
              </a:defRPr>
            </a:lvl1pPr>
          </a:lstStyle>
          <a:p>
            <a:r>
              <a:rPr lang="zh-TW" altLang="en-US" sz="4000" b="1" kern="0" dirty="0">
                <a:solidFill>
                  <a:sysClr val="windowText" lastClr="000000"/>
                </a:solidFill>
              </a:rPr>
              <a:t>客戶服務 </a:t>
            </a:r>
            <a:r>
              <a:rPr lang="en" altLang="zh-TW" sz="4000" b="1" kern="0" dirty="0">
                <a:solidFill>
                  <a:sysClr val="windowText" lastClr="000000"/>
                </a:solidFill>
              </a:rPr>
              <a:t>Weekly Report</a:t>
            </a:r>
            <a:endParaRPr lang="en-US" altLang="zh-TW" sz="4000" dirty="0">
              <a:latin typeface="Heiti SC Medium" pitchFamily="2" charset="-128"/>
              <a:ea typeface="Heiti SC Medium" pitchFamily="2" charset="-128"/>
            </a:endParaRPr>
          </a:p>
          <a:p>
            <a:r>
              <a:rPr lang="en" altLang="zh-TW" sz="4000" b="1" kern="0" dirty="0">
                <a:solidFill>
                  <a:sysClr val="windowText" lastClr="000000"/>
                </a:solidFill>
              </a:rPr>
              <a:t> </a:t>
            </a:r>
            <a:endParaRPr lang="zh-TW" altLang="en-US" sz="120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35E5A2-6010-4863-9024-02BBD6AC836E}"/>
              </a:ext>
            </a:extLst>
          </p:cNvPr>
          <p:cNvSpPr txBox="1">
            <a:spLocks/>
          </p:cNvSpPr>
          <p:nvPr/>
        </p:nvSpPr>
        <p:spPr>
          <a:xfrm>
            <a:off x="838200" y="5650434"/>
            <a:ext cx="10515600" cy="556652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TC" panose="020B0200000000000000" pitchFamily="34" charset="-128"/>
                <a:ea typeface="Noto Sans TC" panose="020B0200000000000000" pitchFamily="34" charset="-128"/>
              </a:defRPr>
            </a:lvl1pPr>
            <a:lvl2pPr>
              <a:defRPr>
                <a:latin typeface="Noto Sans TC" panose="020B0200000000000000" pitchFamily="34" charset="-128"/>
                <a:ea typeface="Noto Sans TC" panose="020B0200000000000000" pitchFamily="34" charset="-128"/>
              </a:defRPr>
            </a:lvl2pPr>
            <a:lvl3pPr>
              <a:defRPr>
                <a:latin typeface="Noto Sans TC" panose="020B0200000000000000" pitchFamily="34" charset="-128"/>
                <a:ea typeface="Noto Sans TC" panose="020B0200000000000000" pitchFamily="34" charset="-128"/>
              </a:defRPr>
            </a:lvl3pPr>
            <a:lvl4pPr>
              <a:defRPr>
                <a:latin typeface="Noto Sans TC" panose="020B0200000000000000" pitchFamily="34" charset="-128"/>
                <a:ea typeface="Noto Sans TC" panose="020B0200000000000000" pitchFamily="34" charset="-128"/>
              </a:defRPr>
            </a:lvl4pPr>
            <a:lvl5pPr>
              <a:defRPr>
                <a:latin typeface="Noto Sans TC" panose="020B0200000000000000" pitchFamily="34" charset="-128"/>
                <a:ea typeface="Noto Sans TC" panose="020B0200000000000000" pitchFamily="34" charset="-128"/>
              </a:defRPr>
            </a:lvl5pPr>
            <a:lvl6pPr>
              <a:defRPr>
                <a:latin typeface="Noto Sans TC" panose="020B0200000000000000" pitchFamily="34" charset="-128"/>
                <a:ea typeface="Noto Sans TC" panose="020B0200000000000000" pitchFamily="34" charset="-128"/>
              </a:defRPr>
            </a:lvl6pPr>
            <a:lvl7pPr>
              <a:defRPr>
                <a:latin typeface="Noto Sans TC" panose="020B0200000000000000" pitchFamily="34" charset="-128"/>
                <a:ea typeface="Noto Sans TC" panose="020B0200000000000000" pitchFamily="34" charset="-128"/>
              </a:defRPr>
            </a:lvl7pPr>
          </a:lstStyle>
          <a:p>
            <a:r>
              <a:rPr lang="en-US" altLang="zh-TW" kern="0" dirty="0">
                <a:solidFill>
                  <a:sysClr val="windowText" lastClr="000000"/>
                </a:solidFill>
              </a:rPr>
              <a:t>Prepare by </a:t>
            </a:r>
            <a:r>
              <a:rPr lang="zh-TW" altLang="en-US" kern="0" dirty="0">
                <a:solidFill>
                  <a:sysClr val="windowText" lastClr="000000"/>
                </a:solidFill>
              </a:rPr>
              <a:t> </a:t>
            </a:r>
            <a:r>
              <a:rPr lang="en-US" altLang="zh-TW" kern="0" dirty="0">
                <a:solidFill>
                  <a:sysClr val="windowText" lastClr="000000"/>
                </a:solidFill>
              </a:rPr>
              <a:t>Emily | 2026.</a:t>
            </a:r>
            <a:r>
              <a:rPr lang="zh-TW" altLang="en-US" kern="0" dirty="0">
                <a:solidFill>
                  <a:sysClr val="windowText" lastClr="000000"/>
                </a:solidFill>
              </a:rPr>
              <a:t> </a:t>
            </a:r>
            <a:r>
              <a:rPr lang="en-US" altLang="zh-TW" kern="0" dirty="0">
                <a:solidFill>
                  <a:sysClr val="windowText" lastClr="000000"/>
                </a:solidFill>
              </a:rPr>
              <a:t>08.03</a:t>
            </a:r>
            <a:endParaRPr lang="zh-TW" altLang="en-US" kern="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74EB236-23DB-9EBE-F07E-7A82C9DC7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25727"/>
              </p:ext>
            </p:extLst>
          </p:nvPr>
        </p:nvGraphicFramePr>
        <p:xfrm>
          <a:off x="509388" y="1986280"/>
          <a:ext cx="11173224" cy="4139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72">
                  <a:extLst>
                    <a:ext uri="{9D8B030D-6E8A-4147-A177-3AD203B41FA5}">
                      <a16:colId xmlns:a16="http://schemas.microsoft.com/office/drawing/2014/main" val="2899149098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796094412"/>
                    </a:ext>
                  </a:extLst>
                </a:gridCol>
                <a:gridCol w="4290468">
                  <a:extLst>
                    <a:ext uri="{9D8B030D-6E8A-4147-A177-3AD203B41FA5}">
                      <a16:colId xmlns:a16="http://schemas.microsoft.com/office/drawing/2014/main" val="135360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專案或計畫項目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專案起訖時間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預期目標或成效說明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00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2026/7/1~2026/9/30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目標：庫存帳實對齊與作業標準化</a:t>
                      </a:r>
                      <a:b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降低ERP重複操作（3次→1次）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</a:t>
                      </a: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提升庫存資料可信度</a:t>
                      </a: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（耗損率待 </a:t>
                      </a:r>
                      <a:r>
                        <a:rPr lang="en-US" altLang="zh-TW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 </a:t>
                      </a: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月試行取得基準）</a:t>
                      </a:r>
                    </a:p>
                    <a:p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</a:t>
                      </a: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建立完整追溯機制（目標100%）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054797"/>
                  </a:ext>
                </a:extLst>
              </a:tr>
              <a:tr h="10152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</a:t>
                      </a:r>
                      <a:r>
                        <a:rPr lang="zh-TW" altLang="en-US" sz="2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2026/8/1~2026/9/30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目標：評估FMS工班搶工問題，提供決策數據</a:t>
                      </a:r>
                      <a:b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整理2025/1起FMS硬體故障報修紀錄（新竹物流獨立統計）</a:t>
                      </a:r>
                    </a:p>
                    <a:p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</a:t>
                      </a: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分析服務類及硬體銷售各面向月度數據（車輛數、營收、維修件數、故障率、工班費、維修料費）</a:t>
                      </a:r>
                    </a:p>
                    <a:p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</a:t>
                      </a: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產出分析報告供管理層決策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8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778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359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471751"/>
                  </a:ext>
                </a:extLst>
              </a:tr>
            </a:tbl>
          </a:graphicData>
        </a:graphic>
      </p:graphicFrame>
      <p:sp>
        <p:nvSpPr>
          <p:cNvPr id="4" name="標題 3">
            <a:extLst>
              <a:ext uri="{FF2B5EF4-FFF2-40B4-BE49-F238E27FC236}">
                <a16:creationId xmlns:a16="http://schemas.microsoft.com/office/drawing/2014/main" id="{F1834EAC-7492-F85B-18CC-E056EBE7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4000"/>
            <a:ext cx="10440000" cy="7200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7~9</a:t>
            </a:r>
            <a:r>
              <a:rPr lang="zh-TW" altLang="en-US" dirty="0">
                <a:solidFill>
                  <a:schemeClr val="tx1"/>
                </a:solidFill>
              </a:rPr>
              <a:t>月重點計畫</a:t>
            </a:r>
            <a:r>
              <a:rPr lang="en-US" altLang="zh-TW" dirty="0">
                <a:solidFill>
                  <a:schemeClr val="tx1"/>
                </a:solidFill>
              </a:rPr>
              <a:t>/</a:t>
            </a:r>
            <a:r>
              <a:rPr lang="zh-TW" altLang="en-US" dirty="0">
                <a:solidFill>
                  <a:schemeClr val="tx1"/>
                </a:solidFill>
              </a:rPr>
              <a:t>專案</a:t>
            </a:r>
          </a:p>
        </p:txBody>
      </p:sp>
    </p:spTree>
    <p:extLst>
      <p:ext uri="{BB962C8B-B14F-4D97-AF65-F5344CB8AC3E}">
        <p14:creationId xmlns:p14="http://schemas.microsoft.com/office/powerpoint/2010/main" val="2874922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86C68-2BF0-4378-3C99-CB4B2718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F62306D-8501-E042-DFD8-65CF4215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4000"/>
            <a:ext cx="10440000" cy="7200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7~9</a:t>
            </a:r>
            <a:r>
              <a:rPr lang="zh-TW" altLang="en-US" dirty="0">
                <a:solidFill>
                  <a:schemeClr val="tx1"/>
                </a:solidFill>
              </a:rPr>
              <a:t>月重點計畫</a:t>
            </a:r>
            <a:r>
              <a:rPr lang="en-US" altLang="zh-TW" dirty="0">
                <a:solidFill>
                  <a:schemeClr val="tx1"/>
                </a:solidFill>
              </a:rPr>
              <a:t>/</a:t>
            </a:r>
            <a:r>
              <a:rPr lang="zh-TW" altLang="en-US" dirty="0">
                <a:solidFill>
                  <a:schemeClr val="tx1"/>
                </a:solidFill>
              </a:rPr>
              <a:t>專案執行進度</a:t>
            </a:r>
            <a:r>
              <a:rPr lang="en-US" altLang="zh-TW" dirty="0">
                <a:solidFill>
                  <a:schemeClr val="tx1"/>
                </a:solidFill>
              </a:rPr>
              <a:t>Update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52E3FE3-5EAB-2F9A-5FAA-CA2D2F63D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027087"/>
              </p:ext>
            </p:extLst>
          </p:nvPr>
        </p:nvGraphicFramePr>
        <p:xfrm>
          <a:off x="191344" y="2132856"/>
          <a:ext cx="11707295" cy="3601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928">
                  <a:extLst>
                    <a:ext uri="{9D8B030D-6E8A-4147-A177-3AD203B41FA5}">
                      <a16:colId xmlns:a16="http://schemas.microsoft.com/office/drawing/2014/main" val="2899149098"/>
                    </a:ext>
                  </a:extLst>
                </a:gridCol>
                <a:gridCol w="1111733">
                  <a:extLst>
                    <a:ext uri="{9D8B030D-6E8A-4147-A177-3AD203B41FA5}">
                      <a16:colId xmlns:a16="http://schemas.microsoft.com/office/drawing/2014/main" val="90122580"/>
                    </a:ext>
                  </a:extLst>
                </a:gridCol>
                <a:gridCol w="633636">
                  <a:extLst>
                    <a:ext uri="{9D8B030D-6E8A-4147-A177-3AD203B41FA5}">
                      <a16:colId xmlns:a16="http://schemas.microsoft.com/office/drawing/2014/main" val="62853274"/>
                    </a:ext>
                  </a:extLst>
                </a:gridCol>
                <a:gridCol w="617063">
                  <a:extLst>
                    <a:ext uri="{9D8B030D-6E8A-4147-A177-3AD203B41FA5}">
                      <a16:colId xmlns:a16="http://schemas.microsoft.com/office/drawing/2014/main" val="4240322432"/>
                    </a:ext>
                  </a:extLst>
                </a:gridCol>
                <a:gridCol w="617063">
                  <a:extLst>
                    <a:ext uri="{9D8B030D-6E8A-4147-A177-3AD203B41FA5}">
                      <a16:colId xmlns:a16="http://schemas.microsoft.com/office/drawing/2014/main" val="2393389977"/>
                    </a:ext>
                  </a:extLst>
                </a:gridCol>
                <a:gridCol w="617063">
                  <a:extLst>
                    <a:ext uri="{9D8B030D-6E8A-4147-A177-3AD203B41FA5}">
                      <a16:colId xmlns:a16="http://schemas.microsoft.com/office/drawing/2014/main" val="1452630288"/>
                    </a:ext>
                  </a:extLst>
                </a:gridCol>
                <a:gridCol w="625350">
                  <a:extLst>
                    <a:ext uri="{9D8B030D-6E8A-4147-A177-3AD203B41FA5}">
                      <a16:colId xmlns:a16="http://schemas.microsoft.com/office/drawing/2014/main" val="380385340"/>
                    </a:ext>
                  </a:extLst>
                </a:gridCol>
                <a:gridCol w="537051">
                  <a:extLst>
                    <a:ext uri="{9D8B030D-6E8A-4147-A177-3AD203B41FA5}">
                      <a16:colId xmlns:a16="http://schemas.microsoft.com/office/drawing/2014/main" val="1353606562"/>
                    </a:ext>
                  </a:extLst>
                </a:gridCol>
                <a:gridCol w="537051">
                  <a:extLst>
                    <a:ext uri="{9D8B030D-6E8A-4147-A177-3AD203B41FA5}">
                      <a16:colId xmlns:a16="http://schemas.microsoft.com/office/drawing/2014/main" val="3019985584"/>
                    </a:ext>
                  </a:extLst>
                </a:gridCol>
                <a:gridCol w="537051">
                  <a:extLst>
                    <a:ext uri="{9D8B030D-6E8A-4147-A177-3AD203B41FA5}">
                      <a16:colId xmlns:a16="http://schemas.microsoft.com/office/drawing/2014/main" val="2503509469"/>
                    </a:ext>
                  </a:extLst>
                </a:gridCol>
                <a:gridCol w="537051">
                  <a:extLst>
                    <a:ext uri="{9D8B030D-6E8A-4147-A177-3AD203B41FA5}">
                      <a16:colId xmlns:a16="http://schemas.microsoft.com/office/drawing/2014/main" val="4097757312"/>
                    </a:ext>
                  </a:extLst>
                </a:gridCol>
                <a:gridCol w="537051">
                  <a:extLst>
                    <a:ext uri="{9D8B030D-6E8A-4147-A177-3AD203B41FA5}">
                      <a16:colId xmlns:a16="http://schemas.microsoft.com/office/drawing/2014/main" val="3791002627"/>
                    </a:ext>
                  </a:extLst>
                </a:gridCol>
                <a:gridCol w="537051">
                  <a:extLst>
                    <a:ext uri="{9D8B030D-6E8A-4147-A177-3AD203B41FA5}">
                      <a16:colId xmlns:a16="http://schemas.microsoft.com/office/drawing/2014/main" val="3576375702"/>
                    </a:ext>
                  </a:extLst>
                </a:gridCol>
                <a:gridCol w="537051">
                  <a:extLst>
                    <a:ext uri="{9D8B030D-6E8A-4147-A177-3AD203B41FA5}">
                      <a16:colId xmlns:a16="http://schemas.microsoft.com/office/drawing/2014/main" val="1004584853"/>
                    </a:ext>
                  </a:extLst>
                </a:gridCol>
                <a:gridCol w="537051">
                  <a:extLst>
                    <a:ext uri="{9D8B030D-6E8A-4147-A177-3AD203B41FA5}">
                      <a16:colId xmlns:a16="http://schemas.microsoft.com/office/drawing/2014/main" val="3524686633"/>
                    </a:ext>
                  </a:extLst>
                </a:gridCol>
                <a:gridCol w="537051">
                  <a:extLst>
                    <a:ext uri="{9D8B030D-6E8A-4147-A177-3AD203B41FA5}">
                      <a16:colId xmlns:a16="http://schemas.microsoft.com/office/drawing/2014/main" val="1450483090"/>
                    </a:ext>
                  </a:extLst>
                </a:gridCol>
              </a:tblGrid>
              <a:tr h="25908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專案或計畫項目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專案起訖</a:t>
                      </a:r>
                      <a:endParaRPr lang="en-US" altLang="zh-TW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01866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W1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W2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W3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W4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W5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W1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W2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W3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W4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bg1"/>
                          </a:solidFill>
                        </a:rPr>
                        <a:t>W5</a:t>
                      </a:r>
                      <a:endParaRPr lang="zh-TW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W1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W2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W3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W4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133206"/>
                  </a:ext>
                </a:extLst>
              </a:tr>
              <a:tr h="9745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</a:t>
                      </a:r>
                    </a:p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~</a:t>
                      </a:r>
                    </a:p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2026/9/30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流程簡化討論會議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流程簡化討論會議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II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安排呈報新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SOP</a:t>
                      </a:r>
                    </a:p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SOP</a:t>
                      </a:r>
                    </a:p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庫存盤點作業</a:t>
                      </a:r>
                    </a:p>
                    <a:p>
                      <a:pPr algn="ctr"/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試行啟動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試行問題蒐集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調整SOP文件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核對庫存結果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6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正式啟用新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SOP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i="1" dirty="0">
                        <a:solidFill>
                          <a:srgbClr val="80808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i="1" dirty="0">
                        <a:solidFill>
                          <a:srgbClr val="80808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i="1" dirty="0">
                        <a:solidFill>
                          <a:srgbClr val="80808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129246"/>
                  </a:ext>
                </a:extLst>
              </a:tr>
              <a:tr h="11323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</a:t>
                      </a:r>
                    </a:p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~</a:t>
                      </a:r>
                    </a:p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新竹物流分析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月度數據整合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分析報告初稿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呈報決策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20370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1F4FF971-3771-7F56-5A6B-161C5A002441}"/>
              </a:ext>
            </a:extLst>
          </p:cNvPr>
          <p:cNvSpPr txBox="1"/>
          <p:nvPr/>
        </p:nvSpPr>
        <p:spPr>
          <a:xfrm>
            <a:off x="720000" y="1174613"/>
            <a:ext cx="9505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本周已完成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計畫呈報與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SOP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定稿。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下週完成盤點與帳務調平，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月正式進入試行。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7594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74EB236-23DB-9EBE-F07E-7A82C9DC7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949499"/>
              </p:ext>
            </p:extLst>
          </p:nvPr>
        </p:nvGraphicFramePr>
        <p:xfrm>
          <a:off x="509388" y="2026816"/>
          <a:ext cx="11173224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72">
                  <a:extLst>
                    <a:ext uri="{9D8B030D-6E8A-4147-A177-3AD203B41FA5}">
                      <a16:colId xmlns:a16="http://schemas.microsoft.com/office/drawing/2014/main" val="2899149098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796094412"/>
                    </a:ext>
                  </a:extLst>
                </a:gridCol>
                <a:gridCol w="4218460">
                  <a:extLst>
                    <a:ext uri="{9D8B030D-6E8A-4147-A177-3AD203B41FA5}">
                      <a16:colId xmlns:a16="http://schemas.microsoft.com/office/drawing/2014/main" val="1353606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完成狀況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00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流程簡化討論會議 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7月 W1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已完成：盤點現行維修領料作業問題點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054797"/>
                  </a:ext>
                </a:extLst>
              </a:tr>
              <a:tr h="5098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流程簡化討論會議 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7月 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已完成：確認 11 個標準節點、3 個關鍵控制點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8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 SOP 規劃呈報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7月 W3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已完成</a:t>
                      </a:r>
                      <a:r>
                        <a:rPr lang="zh-TW" altLang="en-US" sz="1800" b="1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計畫流程已完成呈報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778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SOP 修訂（含補呈報）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7月 W4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已完成： 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SOP 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已依呈報內容完成定稿，流程、角色權責及關鍵管控點已確認。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359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庫存盤點作業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7月 W5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規劃中：依原訂時程進行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471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FMS工班問題評估 - 啟動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8月 W1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規劃中：依主管指示，啟動2025/1起FMS故障報修資料蒐集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0000001"/>
                  </a:ext>
                </a:extLst>
              </a:tr>
            </a:tbl>
          </a:graphicData>
        </a:graphic>
      </p:graphicFrame>
      <p:sp>
        <p:nvSpPr>
          <p:cNvPr id="4" name="標題 3">
            <a:extLst>
              <a:ext uri="{FF2B5EF4-FFF2-40B4-BE49-F238E27FC236}">
                <a16:creationId xmlns:a16="http://schemas.microsoft.com/office/drawing/2014/main" id="{F1834EAC-7492-F85B-18CC-E056EBE7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4000"/>
            <a:ext cx="10440000" cy="720000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7 月份進度報告</a:t>
            </a:r>
          </a:p>
        </p:txBody>
      </p:sp>
    </p:spTree>
    <p:extLst>
      <p:ext uri="{BB962C8B-B14F-4D97-AF65-F5344CB8AC3E}">
        <p14:creationId xmlns:p14="http://schemas.microsoft.com/office/powerpoint/2010/main" val="2874922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2"/>
          <p:cNvGraphicFramePr/>
          <p:nvPr>
            <p:extLst>
              <p:ext uri="{D42A27DB-BD31-4B8C-83A1-F6EECF244321}">
                <p14:modId xmlns:p14="http://schemas.microsoft.com/office/powerpoint/2010/main" val="2465809924"/>
              </p:ext>
            </p:extLst>
          </p:nvPr>
        </p:nvGraphicFramePr>
        <p:xfrm>
          <a:off x="509388" y="2026816"/>
          <a:ext cx="11173224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8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dirty="0" err="1">
                          <a:latin typeface="微軟正黑體"/>
                          <a:ea typeface="微軟正黑體"/>
                          <a:cs typeface="微軟正黑體"/>
                        </a:rPr>
                        <a:t>重點</a:t>
                      </a:r>
                      <a:endParaRPr sz="20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dirty="0" err="1">
                          <a:latin typeface="微軟正黑體"/>
                          <a:ea typeface="微軟正黑體"/>
                          <a:cs typeface="微軟正黑體"/>
                        </a:rPr>
                        <a:t>管理說明</a:t>
                      </a:r>
                      <a:endParaRPr sz="20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latin typeface="微軟正黑體"/>
                          <a:ea typeface="微軟正黑體"/>
                          <a:cs typeface="微軟正黑體"/>
                        </a:rPr>
                        <a:t>預期成果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盤點</a:t>
                      </a:r>
                      <a:r>
                        <a:rPr sz="1800" dirty="0" err="1">
                          <a:latin typeface="微軟正黑體"/>
                          <a:ea typeface="微軟正黑體"/>
                          <a:cs typeface="微軟正黑體"/>
                        </a:rPr>
                        <a:t>目的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將既有庫存帳務一次調平，建立 </a:t>
                      </a:r>
                      <a:r>
                        <a:rPr lang="en-US" altLang="zh-TW" sz="1800" dirty="0">
                          <a:latin typeface="微軟正黑體"/>
                          <a:ea typeface="微軟正黑體"/>
                          <a:cs typeface="微軟正黑體"/>
                        </a:rPr>
                        <a:t>8 </a:t>
                      </a: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月 </a:t>
                      </a:r>
                      <a:r>
                        <a:rPr lang="en-US" altLang="zh-TW" sz="1800" dirty="0">
                          <a:latin typeface="微軟正黑體"/>
                          <a:ea typeface="微軟正黑體"/>
                          <a:cs typeface="微軟正黑體"/>
                        </a:rPr>
                        <a:t>A </a:t>
                      </a: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計畫試行的正確起始基準。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微軟正黑體"/>
                          <a:ea typeface="微軟正黑體"/>
                          <a:cs typeface="微軟正黑體"/>
                        </a:rPr>
                        <a:t>8 </a:t>
                      </a: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月試行可從正確庫存開始。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盤點</a:t>
                      </a:r>
                      <a:r>
                        <a:rPr sz="1800" dirty="0" err="1">
                          <a:latin typeface="微軟正黑體"/>
                          <a:ea typeface="微軟正黑體"/>
                          <a:cs typeface="微軟正黑體"/>
                        </a:rPr>
                        <a:t>範圍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 err="1">
                          <a:latin typeface="微軟正黑體"/>
                          <a:ea typeface="微軟正黑體"/>
                          <a:cs typeface="微軟正黑體"/>
                        </a:rPr>
                        <a:t>倉庫庫存</a:t>
                      </a:r>
                      <a:r>
                        <a:rPr sz="1800" dirty="0">
                          <a:latin typeface="微軟正黑體"/>
                          <a:ea typeface="微軟正黑體"/>
                          <a:cs typeface="微軟正黑體"/>
                        </a:rPr>
                        <a:t>、</a:t>
                      </a: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測試間</a:t>
                      </a:r>
                      <a:r>
                        <a:rPr sz="1800" dirty="0">
                          <a:latin typeface="微軟正黑體"/>
                          <a:ea typeface="微軟正黑體"/>
                          <a:cs typeface="微軟正黑體"/>
                        </a:rPr>
                        <a:t>、</a:t>
                      </a:r>
                      <a:r>
                        <a:rPr sz="1800" dirty="0" err="1">
                          <a:latin typeface="微軟正黑體"/>
                          <a:ea typeface="微軟正黑體"/>
                          <a:cs typeface="微軟正黑體"/>
                        </a:rPr>
                        <a:t>退料及返修品</a:t>
                      </a:r>
                      <a:r>
                        <a:rPr sz="1800" dirty="0">
                          <a:latin typeface="微軟正黑體"/>
                          <a:ea typeface="微軟正黑體"/>
                          <a:cs typeface="微軟正黑體"/>
                        </a:rPr>
                        <a:t>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確認各類料件實際數量與所在狀態。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推動</a:t>
                      </a:r>
                      <a:r>
                        <a:rPr sz="1800" dirty="0" err="1">
                          <a:latin typeface="微軟正黑體"/>
                          <a:ea typeface="微軟正黑體"/>
                          <a:cs typeface="微軟正黑體"/>
                        </a:rPr>
                        <a:t>方式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實物盤點後逐項比對 </a:t>
                      </a:r>
                      <a:r>
                        <a:rPr lang="en-US" altLang="zh-TW" sz="1800" dirty="0">
                          <a:latin typeface="微軟正黑體"/>
                          <a:ea typeface="微軟正黑體"/>
                          <a:cs typeface="微軟正黑體"/>
                        </a:rPr>
                        <a:t>ERP</a:t>
                      </a: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；確認差異及必要帳務調整。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完成 </a:t>
                      </a:r>
                      <a:r>
                        <a:rPr lang="en-US" altLang="zh-TW" sz="1800" b="1" dirty="0">
                          <a:solidFill>
                            <a:schemeClr val="tx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ERP 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帳務調平。</a:t>
                      </a:r>
                      <a:endParaRPr sz="1800" b="1" dirty="0">
                        <a:solidFill>
                          <a:schemeClr val="tx1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完成</a:t>
                      </a:r>
                      <a:r>
                        <a:rPr sz="1800" dirty="0" err="1">
                          <a:latin typeface="微軟正黑體"/>
                          <a:ea typeface="微軟正黑體"/>
                          <a:cs typeface="微軟正黑體"/>
                        </a:rPr>
                        <a:t>產出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保留盤點差異、調整品項、數量、原因、核准人及日期紀錄。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建立可追溯的庫存基準，作為後續試行依據。</a:t>
                      </a:r>
                      <a:endParaRPr sz="1800" dirty="0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FMS資料蒐集啟動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依主管指示，啟動2025/1起FMS硬體故障報修紀錄整理；新竹物流需獨立統計分析。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latin typeface="微軟正黑體"/>
                          <a:ea typeface="微軟正黑體"/>
                          <a:cs typeface="微軟正黑體"/>
                        </a:rPr>
                        <a:t>確認資料來源欄位對應，完成資料清單初稿。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0000002"/>
                  </a:ext>
                </a:extLst>
              </a:tr>
            </a:tbl>
          </a:graphicData>
        </a:graphic>
      </p:graphicFrame>
      <p:sp>
        <p:nvSpPr>
          <p:cNvPr id="4" name="標題 3">
            <a:extLst>
              <a:ext uri="{FF2B5EF4-FFF2-40B4-BE49-F238E27FC236}">
                <a16:creationId xmlns:a16="http://schemas.microsoft.com/office/drawing/2014/main" id="{F1834EAC-7492-F85B-18CC-E056EBE7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4000"/>
            <a:ext cx="10440000" cy="720000"/>
          </a:xfrm>
        </p:spPr>
        <p:txBody>
          <a:bodyPr>
            <a:normAutofit/>
          </a:bodyPr>
          <a:lstStyle/>
          <a:p>
            <a:r>
              <a:rPr dirty="0" err="1">
                <a:solidFill>
                  <a:schemeClr val="tx1"/>
                </a:solidFill>
              </a:rPr>
              <a:t>下週重點</a:t>
            </a:r>
            <a:r>
              <a:rPr dirty="0">
                <a:solidFill>
                  <a:schemeClr val="tx1"/>
                </a:solidFill>
              </a:rPr>
              <a:t>：</a:t>
            </a:r>
            <a:r>
              <a:rPr lang="zh-TW" altLang="en-US" dirty="0">
                <a:solidFill>
                  <a:schemeClr val="tx1"/>
                </a:solidFill>
              </a:rPr>
              <a:t>完成 </a:t>
            </a:r>
            <a:r>
              <a:rPr lang="en-US" altLang="zh-TW" dirty="0">
                <a:solidFill>
                  <a:schemeClr val="tx1"/>
                </a:solidFill>
              </a:rPr>
              <a:t>8 </a:t>
            </a:r>
            <a:r>
              <a:rPr lang="zh-TW" altLang="en-US" dirty="0">
                <a:solidFill>
                  <a:schemeClr val="tx1"/>
                </a:solidFill>
              </a:rPr>
              <a:t>月試行前庫存盤點及帳務調平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64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7F63D0-0E67-86B4-97DA-CCB8E1AC4042}"/>
              </a:ext>
            </a:extLst>
          </p:cNvPr>
          <p:cNvSpPr txBox="1">
            <a:spLocks/>
          </p:cNvSpPr>
          <p:nvPr/>
        </p:nvSpPr>
        <p:spPr>
          <a:xfrm>
            <a:off x="4716345" y="86882"/>
            <a:ext cx="31394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en-US" altLang="zh-TW" b="1" dirty="0"/>
              <a:t>TSMC-Rule19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498D30-19BE-3C2A-B9C2-9050192980CD}"/>
              </a:ext>
            </a:extLst>
          </p:cNvPr>
          <p:cNvSpPr txBox="1">
            <a:spLocks/>
          </p:cNvSpPr>
          <p:nvPr/>
        </p:nvSpPr>
        <p:spPr>
          <a:xfrm>
            <a:off x="1676400" y="3257345"/>
            <a:ext cx="10515600" cy="2085023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R1-R2</a:t>
            </a:r>
            <a:r>
              <a:rPr lang="zh-TW" altLang="en-US" sz="1800" dirty="0"/>
              <a:t> 進廠時間需與聯單上的時間相差</a:t>
            </a:r>
            <a:r>
              <a:rPr lang="en-US" altLang="zh-TW" sz="1800" dirty="0"/>
              <a:t>15</a:t>
            </a:r>
            <a:r>
              <a:rPr lang="zh-TW" altLang="en-US" sz="1800" dirty="0"/>
              <a:t>分鐘以內且車牌必需與聯單相同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R3-R4 </a:t>
            </a:r>
            <a:r>
              <a:rPr lang="zh-TW" altLang="en-US" sz="1800" dirty="0"/>
              <a:t>過磅時間需與聯單上時間相差</a:t>
            </a:r>
            <a:r>
              <a:rPr lang="en-US" altLang="zh-TW" sz="1800" dirty="0"/>
              <a:t>15</a:t>
            </a:r>
            <a:r>
              <a:rPr lang="zh-TW" altLang="en-US" sz="1800" dirty="0"/>
              <a:t>分鐘以內且重量差異需再</a:t>
            </a:r>
            <a:r>
              <a:rPr lang="en-US" altLang="zh-TW" sz="1800" dirty="0"/>
              <a:t>5%</a:t>
            </a:r>
            <a:r>
              <a:rPr lang="zh-TW" altLang="en-US" sz="1800" dirty="0"/>
              <a:t>以內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R5</a:t>
            </a:r>
            <a:r>
              <a:rPr lang="zh-TW" altLang="en-US" sz="1800" dirty="0"/>
              <a:t> 廢棄物需在車子第一次</a:t>
            </a:r>
            <a:r>
              <a:rPr lang="en-US" altLang="zh-TW" sz="1800" dirty="0"/>
              <a:t>(</a:t>
            </a:r>
            <a:r>
              <a:rPr lang="zh-TW" altLang="en-US" sz="1800" dirty="0"/>
              <a:t>進廠時間</a:t>
            </a:r>
            <a:r>
              <a:rPr lang="en-US" altLang="zh-TW" sz="1800" dirty="0"/>
              <a:t>)</a:t>
            </a:r>
            <a:r>
              <a:rPr lang="zh-TW" altLang="en-US" sz="1800" dirty="0"/>
              <a:t>與最後一次</a:t>
            </a:r>
            <a:r>
              <a:rPr lang="en-US" altLang="zh-TW" sz="1800" dirty="0"/>
              <a:t>(</a:t>
            </a:r>
            <a:r>
              <a:rPr lang="zh-TW" altLang="en-US" sz="1800" dirty="0"/>
              <a:t>出廠時間</a:t>
            </a:r>
            <a:r>
              <a:rPr lang="en-US" altLang="zh-TW" sz="1800" dirty="0"/>
              <a:t>)</a:t>
            </a:r>
            <a:r>
              <a:rPr lang="zh-TW" altLang="en-US" sz="1800" dirty="0"/>
              <a:t>過磅時間下料完成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dirty="0"/>
              <a:t>R6 </a:t>
            </a:r>
            <a:r>
              <a:rPr lang="zh-TW" altLang="en-US" sz="1800" dirty="0"/>
              <a:t>存量辨識儲存量上升需與聯單重量相差</a:t>
            </a:r>
            <a:r>
              <a:rPr lang="en-US" altLang="zh-TW" sz="1800" dirty="0"/>
              <a:t>5%</a:t>
            </a:r>
            <a:r>
              <a:rPr lang="zh-TW" altLang="en-US" sz="1800" dirty="0"/>
              <a:t>以內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sz="1800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1B87BE7B-A739-B27F-490A-FA611554A13B}"/>
              </a:ext>
            </a:extLst>
          </p:cNvPr>
          <p:cNvSpPr txBox="1">
            <a:spLocks/>
          </p:cNvSpPr>
          <p:nvPr/>
        </p:nvSpPr>
        <p:spPr>
          <a:xfrm>
            <a:off x="4716345" y="511492"/>
            <a:ext cx="31394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1600" dirty="0">
                <a:solidFill>
                  <a:schemeClr val="tx1"/>
                </a:solidFill>
              </a:rPr>
              <a:t>廢棄物進廠 查核項目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pic>
        <p:nvPicPr>
          <p:cNvPr id="5" name="圖片 4" descr="一張含有 圖形, 字型, 標誌, 平面設計 的圖片&#10;&#10;AI 產生的內容可能不正確。">
            <a:extLst>
              <a:ext uri="{FF2B5EF4-FFF2-40B4-BE49-F238E27FC236}">
                <a16:creationId xmlns:a16="http://schemas.microsoft.com/office/drawing/2014/main" id="{3EE36D06-6C76-4502-8BF7-33CAA8134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749" y="208743"/>
            <a:ext cx="682720" cy="434723"/>
          </a:xfrm>
          <a:prstGeom prst="rect">
            <a:avLst/>
          </a:prstGeom>
        </p:spPr>
      </p:pic>
      <p:sp>
        <p:nvSpPr>
          <p:cNvPr id="7" name="任意多边形: 形状 4">
            <a:extLst>
              <a:ext uri="{FF2B5EF4-FFF2-40B4-BE49-F238E27FC236}">
                <a16:creationId xmlns:a16="http://schemas.microsoft.com/office/drawing/2014/main" id="{0FA8FF2D-3973-BF57-444F-F72781A6265B}"/>
              </a:ext>
            </a:extLst>
          </p:cNvPr>
          <p:cNvSpPr/>
          <p:nvPr/>
        </p:nvSpPr>
        <p:spPr>
          <a:xfrm>
            <a:off x="-1" y="0"/>
            <a:ext cx="12237685" cy="5544418"/>
          </a:xfrm>
          <a:custGeom>
            <a:avLst/>
            <a:gdLst>
              <a:gd name="connsiteX0" fmla="*/ 0 w 11562502"/>
              <a:gd name="connsiteY0" fmla="*/ 0 h 5219700"/>
              <a:gd name="connsiteX1" fmla="*/ 11562502 w 11562502"/>
              <a:gd name="connsiteY1" fmla="*/ 0 h 5219700"/>
              <a:gd name="connsiteX2" fmla="*/ 11562502 w 11562502"/>
              <a:gd name="connsiteY2" fmla="*/ 606207 h 5219700"/>
              <a:gd name="connsiteX3" fmla="*/ 6949009 w 11562502"/>
              <a:gd name="connsiteY3" fmla="*/ 5219700 h 5219700"/>
              <a:gd name="connsiteX4" fmla="*/ 0 w 11562502"/>
              <a:gd name="connsiteY4" fmla="*/ 5219700 h 5219700"/>
              <a:gd name="connsiteX0" fmla="*/ 0 w 11562502"/>
              <a:gd name="connsiteY0" fmla="*/ 0 h 5238519"/>
              <a:gd name="connsiteX1" fmla="*/ 11562502 w 11562502"/>
              <a:gd name="connsiteY1" fmla="*/ 0 h 5238519"/>
              <a:gd name="connsiteX2" fmla="*/ 11562502 w 11562502"/>
              <a:gd name="connsiteY2" fmla="*/ 606207 h 5238519"/>
              <a:gd name="connsiteX3" fmla="*/ 6949009 w 11562502"/>
              <a:gd name="connsiteY3" fmla="*/ 5219700 h 5238519"/>
              <a:gd name="connsiteX4" fmla="*/ 0 w 11562502"/>
              <a:gd name="connsiteY4" fmla="*/ 5219700 h 5238519"/>
              <a:gd name="connsiteX5" fmla="*/ 0 w 11562502"/>
              <a:gd name="connsiteY5" fmla="*/ 0 h 523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62502" h="5238519">
                <a:moveTo>
                  <a:pt x="0" y="0"/>
                </a:moveTo>
                <a:lnTo>
                  <a:pt x="11562502" y="0"/>
                </a:lnTo>
                <a:lnTo>
                  <a:pt x="11562502" y="606207"/>
                </a:lnTo>
                <a:cubicBezTo>
                  <a:pt x="11562502" y="3154169"/>
                  <a:pt x="9928947" y="5471686"/>
                  <a:pt x="6949009" y="5219700"/>
                </a:cubicBezTo>
                <a:lnTo>
                  <a:pt x="0" y="52197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044F42A-07E6-60D3-26BF-473BA869672C}"/>
              </a:ext>
            </a:extLst>
          </p:cNvPr>
          <p:cNvGrpSpPr/>
          <p:nvPr/>
        </p:nvGrpSpPr>
        <p:grpSpPr>
          <a:xfrm>
            <a:off x="-10635" y="-10633"/>
            <a:ext cx="12202635" cy="5938219"/>
            <a:chOff x="-10635" y="-10633"/>
            <a:chExt cx="12202635" cy="5938219"/>
          </a:xfrm>
        </p:grpSpPr>
        <p:sp>
          <p:nvSpPr>
            <p:cNvPr id="9" name="任意多边形: 形状 3">
              <a:extLst>
                <a:ext uri="{FF2B5EF4-FFF2-40B4-BE49-F238E27FC236}">
                  <a16:creationId xmlns:a16="http://schemas.microsoft.com/office/drawing/2014/main" id="{3246BC4D-A329-1B26-50C4-E8344912289B}"/>
                </a:ext>
              </a:extLst>
            </p:cNvPr>
            <p:cNvSpPr/>
            <p:nvPr/>
          </p:nvSpPr>
          <p:spPr>
            <a:xfrm>
              <a:off x="0" y="0"/>
              <a:ext cx="12192000" cy="5927586"/>
            </a:xfrm>
            <a:custGeom>
              <a:avLst/>
              <a:gdLst>
                <a:gd name="connsiteX0" fmla="*/ 11561093 w 12192000"/>
                <a:gd name="connsiteY0" fmla="*/ 0 h 5927586"/>
                <a:gd name="connsiteX1" fmla="*/ 12169877 w 12192000"/>
                <a:gd name="connsiteY1" fmla="*/ 0 h 5927586"/>
                <a:gd name="connsiteX2" fmla="*/ 12182000 w 12192000"/>
                <a:gd name="connsiteY2" fmla="*/ 60217 h 5927586"/>
                <a:gd name="connsiteX3" fmla="*/ 12192000 w 12192000"/>
                <a:gd name="connsiteY3" fmla="*/ 130103 h 5927586"/>
                <a:gd name="connsiteX4" fmla="*/ 12192000 w 12192000"/>
                <a:gd name="connsiteY4" fmla="*/ 2509806 h 5927586"/>
                <a:gd name="connsiteX5" fmla="*/ 12158838 w 12192000"/>
                <a:gd name="connsiteY5" fmla="*/ 2727090 h 5927586"/>
                <a:gd name="connsiteX6" fmla="*/ 8231963 w 12192000"/>
                <a:gd name="connsiteY6" fmla="*/ 5927586 h 5927586"/>
                <a:gd name="connsiteX7" fmla="*/ 7810 w 12192000"/>
                <a:gd name="connsiteY7" fmla="*/ 5927586 h 5927586"/>
                <a:gd name="connsiteX8" fmla="*/ 0 w 12192000"/>
                <a:gd name="connsiteY8" fmla="*/ 5927290 h 5927586"/>
                <a:gd name="connsiteX9" fmla="*/ 0 w 12192000"/>
                <a:gd name="connsiteY9" fmla="*/ 5219700 h 5927586"/>
                <a:gd name="connsiteX10" fmla="*/ 7554192 w 12192000"/>
                <a:gd name="connsiteY10" fmla="*/ 5219700 h 5927586"/>
                <a:gd name="connsiteX11" fmla="*/ 11562502 w 12192000"/>
                <a:gd name="connsiteY11" fmla="*/ 1211390 h 5927586"/>
                <a:gd name="connsiteX12" fmla="*/ 11562502 w 12192000"/>
                <a:gd name="connsiteY12" fmla="*/ 37167 h 592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92000" h="5927586">
                  <a:moveTo>
                    <a:pt x="11561093" y="0"/>
                  </a:moveTo>
                  <a:lnTo>
                    <a:pt x="12169877" y="0"/>
                  </a:lnTo>
                  <a:lnTo>
                    <a:pt x="12182000" y="60217"/>
                  </a:lnTo>
                  <a:lnTo>
                    <a:pt x="12192000" y="130103"/>
                  </a:lnTo>
                  <a:lnTo>
                    <a:pt x="12192000" y="2509806"/>
                  </a:lnTo>
                  <a:lnTo>
                    <a:pt x="12158838" y="2727090"/>
                  </a:lnTo>
                  <a:cubicBezTo>
                    <a:pt x="11785078" y="4553609"/>
                    <a:pt x="10168975" y="5927586"/>
                    <a:pt x="8231963" y="5927586"/>
                  </a:cubicBezTo>
                  <a:lnTo>
                    <a:pt x="7810" y="5927586"/>
                  </a:lnTo>
                  <a:lnTo>
                    <a:pt x="0" y="5927290"/>
                  </a:lnTo>
                  <a:lnTo>
                    <a:pt x="0" y="5219700"/>
                  </a:lnTo>
                  <a:lnTo>
                    <a:pt x="7554192" y="5219700"/>
                  </a:lnTo>
                  <a:cubicBezTo>
                    <a:pt x="9767920" y="5219700"/>
                    <a:pt x="11562502" y="3425118"/>
                    <a:pt x="11562502" y="1211390"/>
                  </a:cubicBezTo>
                  <a:lnTo>
                    <a:pt x="11562502" y="3716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" name="矩形8435759">
              <a:extLst>
                <a:ext uri="{FF2B5EF4-FFF2-40B4-BE49-F238E27FC236}">
                  <a16:creationId xmlns:a16="http://schemas.microsoft.com/office/drawing/2014/main" id="{5BFAB369-AF60-2C68-9B5C-82F92E14D4B4}"/>
                </a:ext>
              </a:extLst>
            </p:cNvPr>
            <p:cNvSpPr/>
            <p:nvPr/>
          </p:nvSpPr>
          <p:spPr>
            <a:xfrm>
              <a:off x="2209800" y="3191020"/>
              <a:ext cx="690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chemeClr val="accent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思源黑体" panose="020B0400000000000000" pitchFamily="34" charset="-122"/>
                </a:rPr>
                <a:t>THANK YOU </a:t>
              </a:r>
            </a:p>
          </p:txBody>
        </p: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156DE9B7-4720-66F0-B700-71FE11168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35" y="-10633"/>
              <a:ext cx="6517897" cy="1425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36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28143</TotalTime>
  <Words>519</Words>
  <Application>Microsoft Office PowerPoint</Application>
  <PresentationFormat>寬螢幕</PresentationFormat>
  <Paragraphs>97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6</vt:i4>
      </vt:variant>
    </vt:vector>
  </HeadingPairs>
  <TitlesOfParts>
    <vt:vector size="20" baseType="lpstr">
      <vt:lpstr>Heiti SC Medium</vt:lpstr>
      <vt:lpstr>Microsoft YaHei</vt:lpstr>
      <vt:lpstr>Noto Sans TC</vt:lpstr>
      <vt:lpstr>思源黑体 CN Normal</vt:lpstr>
      <vt:lpstr>微軟正黑體</vt:lpstr>
      <vt:lpstr>Arial</vt:lpstr>
      <vt:lpstr>Calibri</vt:lpstr>
      <vt:lpstr>Symbol</vt:lpstr>
      <vt:lpstr>Times New Roman</vt:lpstr>
      <vt:lpstr>Wingdings</vt:lpstr>
      <vt:lpstr>Office Theme</vt:lpstr>
      <vt:lpstr>1_Custom Design</vt:lpstr>
      <vt:lpstr>Office Theme</vt:lpstr>
      <vt:lpstr>Custom Design</vt:lpstr>
      <vt:lpstr>PowerPoint 簡報</vt:lpstr>
      <vt:lpstr>7~9月重點計畫/專案</vt:lpstr>
      <vt:lpstr>7~9月重點計畫/專案執行進度Update</vt:lpstr>
      <vt:lpstr>7 月份進度報告</vt:lpstr>
      <vt:lpstr>下週重點：完成 8 月試行前庫存盤點及帳務調平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86132</dc:creator>
  <cp:lastModifiedBy>宗悌 許</cp:lastModifiedBy>
  <cp:revision>702</cp:revision>
  <cp:lastPrinted>2023-03-13T07:55:31Z</cp:lastPrinted>
  <dcterms:created xsi:type="dcterms:W3CDTF">2021-07-07T12:18:40Z</dcterms:created>
  <dcterms:modified xsi:type="dcterms:W3CDTF">2026-08-02T12:44:22Z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寬螢幕</vt:lpwstr>
  </property>
  <property fmtid="{D5CDD505-2E9C-101B-9397-08002B2CF9AE}" pid="4" name="Slides">
    <vt:i4>6</vt:i4>
  </property>
</Properties>
</file>